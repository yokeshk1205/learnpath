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10928afc564e55" /><Relationship Type="http://schemas.openxmlformats.org/officeDocument/2006/relationships/extended-properties" Target="/docProps/app.xml" Id="Rc0b14b93c41c44ea" /><Relationship Type="http://schemas.openxmlformats.org/officeDocument/2006/relationships/officeDocument" Target="/ppt/presentation.xml" Id="R7947f162ca3c45a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af299d9c1f249ff"/>
  </p:sldMasterIdLst>
  <p:notesMasterIdLst>
    <p:notesMasterId xmlns:r="http://schemas.openxmlformats.org/officeDocument/2006/relationships" r:id="R6ed159a40bac4d86"/>
  </p:notesMasterIdLst>
  <p:sldIdLst>
    <p:sldId xmlns:r="http://schemas.openxmlformats.org/officeDocument/2006/relationships" id="256" r:id="R04c4cd49675f4863"/>
    <p:sldId xmlns:r="http://schemas.openxmlformats.org/officeDocument/2006/relationships" id="257" r:id="R4c9b638c4d8843fc"/>
    <p:sldId xmlns:r="http://schemas.openxmlformats.org/officeDocument/2006/relationships" id="258" r:id="R7460042bca444c1d"/>
    <p:sldId xmlns:r="http://schemas.openxmlformats.org/officeDocument/2006/relationships" id="259" r:id="Rd2b622f769364fe8"/>
    <p:sldId xmlns:r="http://schemas.openxmlformats.org/officeDocument/2006/relationships" id="260" r:id="Ra9d55efa2f6e4c66"/>
    <p:sldId xmlns:r="http://schemas.openxmlformats.org/officeDocument/2006/relationships" id="261" r:id="Rf17865e2a4df47a3"/>
    <p:sldId xmlns:r="http://schemas.openxmlformats.org/officeDocument/2006/relationships" id="262" r:id="Rd57f8bf9f2454577"/>
    <p:sldId xmlns:r="http://schemas.openxmlformats.org/officeDocument/2006/relationships" id="263" r:id="R763beb347ff1499e"/>
    <p:sldId xmlns:r="http://schemas.openxmlformats.org/officeDocument/2006/relationships" id="264" r:id="R21a3cb2b75ab41de"/>
    <p:sldId xmlns:r="http://schemas.openxmlformats.org/officeDocument/2006/relationships" id="265" r:id="Radbb2c6509b04bc5"/>
    <p:sldId xmlns:r="http://schemas.openxmlformats.org/officeDocument/2006/relationships" id="266" r:id="R58e1a61e53614816"/>
    <p:sldId xmlns:r="http://schemas.openxmlformats.org/officeDocument/2006/relationships" id="267" r:id="R656e23b19a5443ca"/>
    <p:sldId xmlns:r="http://schemas.openxmlformats.org/officeDocument/2006/relationships" id="268" r:id="R39d429ceef9a4841"/>
    <p:sldId xmlns:r="http://schemas.openxmlformats.org/officeDocument/2006/relationships" id="269" r:id="Rdc4ddea16cd94e64"/>
    <p:sldId xmlns:r="http://schemas.openxmlformats.org/officeDocument/2006/relationships" id="270" r:id="R856c083b1cad4161"/>
    <p:sldId xmlns:r="http://schemas.openxmlformats.org/officeDocument/2006/relationships" id="271" r:id="R400737aeab864ff9"/>
    <p:sldId xmlns:r="http://schemas.openxmlformats.org/officeDocument/2006/relationships" id="272" r:id="R4ef23a70d6c54a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53555b3e4a044c8" /><Relationship Type="http://schemas.openxmlformats.org/officeDocument/2006/relationships/slideMaster" Target="/ppt/slideMasters/slideMaster1.xml" Id="Rfaf299d9c1f249ff" /><Relationship Type="http://schemas.openxmlformats.org/officeDocument/2006/relationships/notesMaster" Target="/ppt/notesMasters/notesMaster1.xml" Id="R6ed159a40bac4d86" /><Relationship Type="http://schemas.openxmlformats.org/officeDocument/2006/relationships/presProps" Target="/ppt/presProps.xml" Id="R6155f0500147480b" /><Relationship Type="http://schemas.openxmlformats.org/officeDocument/2006/relationships/viewProps" Target="/ppt/viewProps.xml" Id="R8f100fbc479a48a8" /><Relationship Type="http://schemas.openxmlformats.org/officeDocument/2006/relationships/tableStyles" Target="/ppt/tableStyles.xml" Id="Rd7621d520e7f4331" /><Relationship Type="http://schemas.openxmlformats.org/officeDocument/2006/relationships/slide" Target="/ppt/slides/slide1.xml" Id="R04c4cd49675f4863" /><Relationship Type="http://schemas.openxmlformats.org/officeDocument/2006/relationships/slide" Target="/ppt/slides/slide2.xml" Id="R4c9b638c4d8843fc" /><Relationship Type="http://schemas.openxmlformats.org/officeDocument/2006/relationships/slide" Target="/ppt/slides/slide3.xml" Id="R7460042bca444c1d" /><Relationship Type="http://schemas.openxmlformats.org/officeDocument/2006/relationships/slide" Target="/ppt/slides/slide4.xml" Id="Rd2b622f769364fe8" /><Relationship Type="http://schemas.openxmlformats.org/officeDocument/2006/relationships/slide" Target="/ppt/slides/slide5.xml" Id="Ra9d55efa2f6e4c66" /><Relationship Type="http://schemas.openxmlformats.org/officeDocument/2006/relationships/slide" Target="/ppt/slides/slide6.xml" Id="Rf17865e2a4df47a3" /><Relationship Type="http://schemas.openxmlformats.org/officeDocument/2006/relationships/slide" Target="/ppt/slides/slide7.xml" Id="Rd57f8bf9f2454577" /><Relationship Type="http://schemas.openxmlformats.org/officeDocument/2006/relationships/slide" Target="/ppt/slides/slide8.xml" Id="R763beb347ff1499e" /><Relationship Type="http://schemas.openxmlformats.org/officeDocument/2006/relationships/slide" Target="/ppt/slides/slide9.xml" Id="R21a3cb2b75ab41de" /><Relationship Type="http://schemas.openxmlformats.org/officeDocument/2006/relationships/slide" Target="/ppt/slides/slide10.xml" Id="Radbb2c6509b04bc5" /><Relationship Type="http://schemas.openxmlformats.org/officeDocument/2006/relationships/slide" Target="/ppt/slides/slide11.xml" Id="R58e1a61e53614816" /><Relationship Type="http://schemas.openxmlformats.org/officeDocument/2006/relationships/slide" Target="/ppt/slides/slide12.xml" Id="R656e23b19a5443ca" /><Relationship Type="http://schemas.openxmlformats.org/officeDocument/2006/relationships/slide" Target="/ppt/slides/slide13.xml" Id="R39d429ceef9a4841" /><Relationship Type="http://schemas.openxmlformats.org/officeDocument/2006/relationships/slide" Target="/ppt/slides/slide14.xml" Id="Rdc4ddea16cd94e64" /><Relationship Type="http://schemas.openxmlformats.org/officeDocument/2006/relationships/slide" Target="/ppt/slides/slide15.xml" Id="R856c083b1cad4161" /><Relationship Type="http://schemas.openxmlformats.org/officeDocument/2006/relationships/slide" Target="/ppt/slides/slide16.xml" Id="R400737aeab864ff9" /><Relationship Type="http://schemas.openxmlformats.org/officeDocument/2006/relationships/slide" Target="/ppt/slides/slide17.xml" Id="R4ef23a70d6c54a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416a97a85042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ce45aac223467a" /><Relationship Type="http://schemas.openxmlformats.org/officeDocument/2006/relationships/notesMaster" Target="/ppt/notesMasters/notesMaster1.xml" Id="R6f5d204df3f444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65dd4f16b64a03" /><Relationship Type="http://schemas.openxmlformats.org/officeDocument/2006/relationships/notesMaster" Target="/ppt/notesMasters/notesMaster1.xml" Id="R4206f61451124a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56713bbff9443e" /><Relationship Type="http://schemas.openxmlformats.org/officeDocument/2006/relationships/notesMaster" Target="/ppt/notesMasters/notesMaster1.xml" Id="R8ce76daf6aa7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10e3dc5d1e49b0" /><Relationship Type="http://schemas.openxmlformats.org/officeDocument/2006/relationships/notesMaster" Target="/ppt/notesMasters/notesMaster1.xml" Id="R049952f83cd047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f96f2ca6de4960" /><Relationship Type="http://schemas.openxmlformats.org/officeDocument/2006/relationships/notesMaster" Target="/ppt/notesMasters/notesMaster1.xml" Id="Rc8378afec1534d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17c3157bdb4534" /><Relationship Type="http://schemas.openxmlformats.org/officeDocument/2006/relationships/notesMaster" Target="/ppt/notesMasters/notesMaster1.xml" Id="R33fa594b45f346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2393afb92c40bc" /><Relationship Type="http://schemas.openxmlformats.org/officeDocument/2006/relationships/notesMaster" Target="/ppt/notesMasters/notesMaster1.xml" Id="Re8cf2a2f0b164a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7130bca19946a1" /><Relationship Type="http://schemas.openxmlformats.org/officeDocument/2006/relationships/notesMaster" Target="/ppt/notesMasters/notesMaster1.xml" Id="R35aa4ab2120846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21ac127bea4562" /><Relationship Type="http://schemas.openxmlformats.org/officeDocument/2006/relationships/notesMaster" Target="/ppt/notesMasters/notesMaster1.xml" Id="R757c8505ec924b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d0a05fc9e44655" /><Relationship Type="http://schemas.openxmlformats.org/officeDocument/2006/relationships/notesMaster" Target="/ppt/notesMasters/notesMaster1.xml" Id="R720b4e45c1f44c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562e1ddbe64f05" /><Relationship Type="http://schemas.openxmlformats.org/officeDocument/2006/relationships/notesMaster" Target="/ppt/notesMasters/notesMaster1.xml" Id="R619db2b0be3b4a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cbf7e66a3c4840" /><Relationship Type="http://schemas.openxmlformats.org/officeDocument/2006/relationships/notesMaster" Target="/ppt/notesMasters/notesMaster1.xml" Id="R00ba93489c794c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f2dfe251584f80" /><Relationship Type="http://schemas.openxmlformats.org/officeDocument/2006/relationships/notesMaster" Target="/ppt/notesMasters/notesMaster1.xml" Id="R3db2bbfdf6a643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1bca21c4ed4a61" /><Relationship Type="http://schemas.openxmlformats.org/officeDocument/2006/relationships/notesMaster" Target="/ppt/notesMasters/notesMaster1.xml" Id="R0a988deb481144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3e4c772f734f13" /><Relationship Type="http://schemas.openxmlformats.org/officeDocument/2006/relationships/notesMaster" Target="/ppt/notesMasters/notesMaster1.xml" Id="R4d651c67f4614e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e1a2fe05c64c7f" /><Relationship Type="http://schemas.openxmlformats.org/officeDocument/2006/relationships/notesMaster" Target="/ppt/notesMasters/notesMaster1.xml" Id="Rc8d9d97a436e4b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eaa1587d5f42ce" /><Relationship Type="http://schemas.openxmlformats.org/officeDocument/2006/relationships/notesMaster" Target="/ppt/notesMasters/notesMaster1.xml" Id="Rf1feac31e49b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e170d25b7b49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9f94430b2141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48473f250746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4cae13664747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f5e361b24444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96318e41e4424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e6b238a3e743c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652710a844a450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5232943d054c30" /><Relationship Type="http://schemas.openxmlformats.org/officeDocument/2006/relationships/slideLayout" Target="/ppt/slideLayouts/slideLayout1.xml" Id="Rf10c580c76f54168" /><Relationship Type="http://schemas.openxmlformats.org/officeDocument/2006/relationships/slideLayout" Target="/ppt/slideLayouts/slideLayout2.xml" Id="R838adf922a4944d4" /><Relationship Type="http://schemas.openxmlformats.org/officeDocument/2006/relationships/slideLayout" Target="/ppt/slideLayouts/slideLayout3.xml" Id="Rf968a976f2994a34" /><Relationship Type="http://schemas.openxmlformats.org/officeDocument/2006/relationships/slideLayout" Target="/ppt/slideLayouts/slideLayout4.xml" Id="R63acc08189fe43ea" /><Relationship Type="http://schemas.openxmlformats.org/officeDocument/2006/relationships/slideLayout" Target="/ppt/slideLayouts/slideLayout5.xml" Id="R8cc90c12df0445f3" /><Relationship Type="http://schemas.openxmlformats.org/officeDocument/2006/relationships/slideLayout" Target="/ppt/slideLayouts/slideLayout6.xml" Id="Rd0ca7bf82274435b" /><Relationship Type="http://schemas.openxmlformats.org/officeDocument/2006/relationships/slideLayout" Target="/ppt/slideLayouts/slideLayout7.xml" Id="R1d23383a07534313" /><Relationship Type="http://schemas.openxmlformats.org/officeDocument/2006/relationships/slideLayout" Target="/ppt/slideLayouts/slideLayout8.xml" Id="Ref4cc1181d864a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0c580c76f54168"/>
    <p:sldLayoutId xmlns:r="http://schemas.openxmlformats.org/officeDocument/2006/relationships" id="2147483650" r:id="R838adf922a4944d4"/>
    <p:sldLayoutId xmlns:r="http://schemas.openxmlformats.org/officeDocument/2006/relationships" id="2147483651" r:id="Rf968a976f2994a34"/>
    <p:sldLayoutId xmlns:r="http://schemas.openxmlformats.org/officeDocument/2006/relationships" id="2147483652" r:id="R63acc08189fe43ea"/>
    <p:sldLayoutId xmlns:r="http://schemas.openxmlformats.org/officeDocument/2006/relationships" id="2147483653" r:id="R8cc90c12df0445f3"/>
    <p:sldLayoutId xmlns:r="http://schemas.openxmlformats.org/officeDocument/2006/relationships" id="2147483654" r:id="Rd0ca7bf82274435b"/>
    <p:sldLayoutId xmlns:r="http://schemas.openxmlformats.org/officeDocument/2006/relationships" id="2147483655" r:id="R1d23383a07534313"/>
    <p:sldLayoutId xmlns:r="http://schemas.openxmlformats.org/officeDocument/2006/relationships" id="2147483656" r:id="Ref4cc1181d864a8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cdebeac20b5547ae" /><Relationship Type="http://schemas.openxmlformats.org/officeDocument/2006/relationships/notesSlide" Target="/ppt/notesSlides/notesSlide1.xml" Id="Rf9fd889084c743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82999085e43e45d5" /><Relationship Type="http://schemas.openxmlformats.org/officeDocument/2006/relationships/notesSlide" Target="/ppt/notesSlides/notesSlide2.xml" Id="Rba7fa73dfb604e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f2610020334942ad" /><Relationship Type="http://schemas.openxmlformats.org/officeDocument/2006/relationships/notesSlide" Target="/ppt/notesSlides/notesSlide3.xml" Id="R12a62d202abd47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5228bb29658b4cdd" /><Relationship Type="http://schemas.openxmlformats.org/officeDocument/2006/relationships/notesSlide" Target="/ppt/notesSlides/notesSlide4.xml" Id="Rfe3f76f204a54d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057e74eb0b2c4a84" /><Relationship Type="http://schemas.openxmlformats.org/officeDocument/2006/relationships/notesSlide" Target="/ppt/notesSlides/notesSlide5.xml" Id="Rbeceb9eee8a840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b4d08b3f9f7f4b92" /><Relationship Type="http://schemas.openxmlformats.org/officeDocument/2006/relationships/notesSlide" Target="/ppt/notesSlides/notesSlide6.xml" Id="Rf08d7c9b41824b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977325d6c9734878" /><Relationship Type="http://schemas.openxmlformats.org/officeDocument/2006/relationships/notesSlide" Target="/ppt/notesSlides/notesSlide7.xml" Id="Rd604258575d545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910e6d58fa254aa5" /><Relationship Type="http://schemas.openxmlformats.org/officeDocument/2006/relationships/notesSlide" Target="/ppt/notesSlides/notesSlide8.xml" Id="R974657f5244847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8fb999ed2e1b4703" /><Relationship Type="http://schemas.openxmlformats.org/officeDocument/2006/relationships/notesSlide" Target="/ppt/notesSlides/notesSlide9.xml" Id="Rfc458306d83147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ce0503db4f004a9c" /><Relationship Type="http://schemas.openxmlformats.org/officeDocument/2006/relationships/chart" Target="/ppt/slides/charts/chart1.xml" Id="Ra134616ebba5449d" /><Relationship Type="http://schemas.openxmlformats.org/officeDocument/2006/relationships/notesSlide" Target="/ppt/notesSlides/notesSlide10.xml" Id="R72ca47b2313047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8012b9c1d72e4656" /><Relationship Type="http://schemas.openxmlformats.org/officeDocument/2006/relationships/notesSlide" Target="/ppt/notesSlides/notesSlide11.xml" Id="R0c2acb6cb85b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a9564e2ee2ae4b95" /><Relationship Type="http://schemas.openxmlformats.org/officeDocument/2006/relationships/notesSlide" Target="/ppt/notesSlides/notesSlide12.xml" Id="R0cc019943a6b4d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f734fc595ff64df2" /><Relationship Type="http://schemas.openxmlformats.org/officeDocument/2006/relationships/notesSlide" Target="/ppt/notesSlides/notesSlide13.xml" Id="R1ed49bc5a1a641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843ddc4c103342b2" /><Relationship Type="http://schemas.openxmlformats.org/officeDocument/2006/relationships/notesSlide" Target="/ppt/notesSlides/notesSlide14.xml" Id="R783f26675a0140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7f2a4fbf910743ab" /><Relationship Type="http://schemas.openxmlformats.org/officeDocument/2006/relationships/notesSlide" Target="/ppt/notesSlides/notesSlide15.xml" Id="Rb0c157f7c5fb4f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26a5441615574564" /><Relationship Type="http://schemas.openxmlformats.org/officeDocument/2006/relationships/notesSlide" Target="/ppt/notesSlides/notesSlide16.xml" Id="Raefdd42df77f47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2fab6fdb94aa446e" /><Relationship Type="http://schemas.openxmlformats.org/officeDocument/2006/relationships/notesSlide" Target="/ppt/notesSlides/notesSlide17.xml" Id="Rf110435bf0fb4b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2AB22E-A2D2-48E3-8112-B16AEAD48B36}"/>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0F2CCCB8-79C1-4E08-9A57-E96032F24780}"/>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BF3F48F9-2EE8-47D5-9DC4-821E0F52E2C2}"/>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DBAFA0DB-CE91-4693-88F7-1E2B14198FEC}"/>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2CD5866C-2CFB-41BB-B23C-817A58630A62}"/>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2236FA69-044E-4335-A329-B111633E991D}"/>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30080CE5-8CB5-4E78-963E-84635648439C}"/>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13252642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AB417CEE-4B63-4AAB-9186-1A885675F74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AEB1C7DD-64D1-4D87-9E80-406F63059AFF}"/>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43608214-2A19-4E1C-BC42-19FAE5887BD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7DA380D-BA82-4380-9CFF-2242C3A4FA65}"/>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EFB7DC9A-E2ED-4E51-AFB2-0EDA5F18842D}"/>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6" name="">
            <a:extLst xmlns:a="http://schemas.openxmlformats.org/drawingml/2006/main">
              <a:ext uri="{FF2B5EF4-FFF2-40B4-BE49-F238E27FC236}">
                <a16:creationId xmlns:a16="http://schemas.microsoft.com/office/drawing/2014/main" id="{ACED5DD0-BE16-4269-9285-7B3683BF58BB}"/>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7" name="">
            <a:extLst xmlns:a="http://schemas.openxmlformats.org/drawingml/2006/main">
              <a:ext uri="{FF2B5EF4-FFF2-40B4-BE49-F238E27FC236}">
                <a16:creationId xmlns:a16="http://schemas.microsoft.com/office/drawing/2014/main" id="{C6A46D11-224E-4A9A-ACB3-0B24459A1C07}"/>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E0DFD8D3-5A85-4A57-AC71-D085F26612EE}"/>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7CF9FC3C-0F52-412F-AF35-5405DC106C6F}"/>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07F58845-8EED-49F1-9DB3-26FAD7BDC766}"/>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1" name="">
            <a:extLst xmlns:a="http://schemas.openxmlformats.org/drawingml/2006/main">
              <a:ext uri="{FF2B5EF4-FFF2-40B4-BE49-F238E27FC236}">
                <a16:creationId xmlns:a16="http://schemas.microsoft.com/office/drawing/2014/main" id="{22CCB979-53B1-4AEB-8D5D-F40A6B08B747}"/>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5A73789D-317F-4674-B4ED-47D549B94FD7}"/>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2" name=""/>
          <p:cNvCxnSpPr>
            <a:stCxn xmlns:a="http://schemas.openxmlformats.org/drawingml/2006/main" id="7" idx="6"/>
            <a:endCxn xmlns:a="http://schemas.openxmlformats.org/drawingml/2006/main" id="10"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0AD28905-60D9-40CD-AA9C-9ADBAF2EC178}"/>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C5C8EE45-A85D-40F0-8FDA-41757F18B258}"/>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EA708377-7329-4108-AF95-03D67BCE7B71}"/>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6" name=""/>
          <p:cNvCxnSpPr>
            <a:stCxn xmlns:a="http://schemas.openxmlformats.org/drawingml/2006/main" id="10" idx="6"/>
            <a:endCxn xmlns:a="http://schemas.openxmlformats.org/drawingml/2006/main" id="14"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8" name="">
            <a:extLst xmlns:a="http://schemas.openxmlformats.org/drawingml/2006/main">
              <a:ext uri="{FF2B5EF4-FFF2-40B4-BE49-F238E27FC236}">
                <a16:creationId xmlns:a16="http://schemas.microsoft.com/office/drawing/2014/main" id="{EEDDCC7D-6C0D-41CE-AB9D-72476E7A1528}"/>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91E5DDB4-39AA-4269-B3EA-E9F5C44CF491}"/>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9C47AE9-E798-4655-A694-41C5B025E4F7}"/>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50" name=""/>
          <p:cNvCxnSpPr>
            <a:stCxn xmlns:a="http://schemas.openxmlformats.org/drawingml/2006/main" id="14" idx="6"/>
            <a:endCxn xmlns:a="http://schemas.openxmlformats.org/drawingml/2006/main" id="18"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1343A6D-55B4-476E-B6F7-AABF44D7050D}"/>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3" name="">
            <a:extLst xmlns:a="http://schemas.openxmlformats.org/drawingml/2006/main">
              <a:ext uri="{FF2B5EF4-FFF2-40B4-BE49-F238E27FC236}">
                <a16:creationId xmlns:a16="http://schemas.microsoft.com/office/drawing/2014/main" id="{C4FB53BD-555E-4327-8F8B-C71CFA9E3EA3}"/>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4" name="">
            <a:extLst xmlns:a="http://schemas.openxmlformats.org/drawingml/2006/main">
              <a:ext uri="{FF2B5EF4-FFF2-40B4-BE49-F238E27FC236}">
                <a16:creationId xmlns:a16="http://schemas.microsoft.com/office/drawing/2014/main" id="{B3E76263-8FBF-4AF3-A4FE-12035EE1275A}"/>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5" name="">
            <a:extLst xmlns:a="http://schemas.openxmlformats.org/drawingml/2006/main">
              <a:ext uri="{FF2B5EF4-FFF2-40B4-BE49-F238E27FC236}">
                <a16:creationId xmlns:a16="http://schemas.microsoft.com/office/drawing/2014/main" id="{49EAB402-A3B5-41D8-BC95-62FCBC8878A2}"/>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6" name="">
            <a:extLst xmlns:a="http://schemas.openxmlformats.org/drawingml/2006/main">
              <a:ext uri="{FF2B5EF4-FFF2-40B4-BE49-F238E27FC236}">
                <a16:creationId xmlns:a16="http://schemas.microsoft.com/office/drawing/2014/main" id="{0AA2DE0C-5413-4726-8C02-A67998D2173A}"/>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7" name="">
            <a:extLst xmlns:a="http://schemas.openxmlformats.org/drawingml/2006/main">
              <a:ext uri="{FF2B5EF4-FFF2-40B4-BE49-F238E27FC236}">
                <a16:creationId xmlns:a16="http://schemas.microsoft.com/office/drawing/2014/main" id="{3D4EA474-E9AB-4ED5-89DE-702932A4B51D}"/>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8692A051-EDB7-4DE6-9011-2B72E021DD89}"/>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9" name="">
            <a:extLst xmlns:a="http://schemas.openxmlformats.org/drawingml/2006/main">
              <a:ext uri="{FF2B5EF4-FFF2-40B4-BE49-F238E27FC236}">
                <a16:creationId xmlns:a16="http://schemas.microsoft.com/office/drawing/2014/main" id="{7234636F-927D-43E3-8E38-6BAF8D99DA6D}"/>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20396423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C5F75845-E76E-4198-9247-E737DC3B3C2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core objective</a:t>
            </a:r>
          </a:p>
        </p:txBody>
      </p:sp>
      <p:sp>
        <p:nvSpPr>
          <p:cNvPr id="2" name="">
            <a:extLst xmlns:a="http://schemas.openxmlformats.org/drawingml/2006/main">
              <a:ext uri="{FF2B5EF4-FFF2-40B4-BE49-F238E27FC236}">
                <a16:creationId xmlns:a16="http://schemas.microsoft.com/office/drawing/2014/main" id="{9833808F-92FD-42F0-8D70-B5D465F204C1}"/>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2C1A2019-CA0B-434E-B65F-72273881CBCC}"/>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DA5D075D-DC37-4790-B605-EE7174AF5BB8}"/>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5" name="">
            <a:extLst xmlns:a="http://schemas.openxmlformats.org/drawingml/2006/main">
              <a:ext uri="{FF2B5EF4-FFF2-40B4-BE49-F238E27FC236}">
                <a16:creationId xmlns:a16="http://schemas.microsoft.com/office/drawing/2014/main" id="{C8621303-6B9B-44C5-A727-6070B408E67A}"/>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BF6105D-5125-49C3-86F0-C619745903AB}"/>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7" name="">
            <a:extLst xmlns:a="http://schemas.openxmlformats.org/drawingml/2006/main">
              <a:ext uri="{FF2B5EF4-FFF2-40B4-BE49-F238E27FC236}">
                <a16:creationId xmlns:a16="http://schemas.microsoft.com/office/drawing/2014/main" id="{00A9564E-C055-42C8-BA88-0C9370BD7EA3}"/>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8" name="">
            <a:extLst xmlns:a="http://schemas.openxmlformats.org/drawingml/2006/main">
              <a:ext uri="{FF2B5EF4-FFF2-40B4-BE49-F238E27FC236}">
                <a16:creationId xmlns:a16="http://schemas.microsoft.com/office/drawing/2014/main" id="{F5172CB8-4988-4546-910A-2F4E63994E1B}"/>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9049957-FC55-4A6F-A5CC-8EEAE47A9D84}"/>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10" name="">
            <a:extLst xmlns:a="http://schemas.openxmlformats.org/drawingml/2006/main">
              <a:ext uri="{FF2B5EF4-FFF2-40B4-BE49-F238E27FC236}">
                <a16:creationId xmlns:a16="http://schemas.microsoft.com/office/drawing/2014/main" id="{667CCBFC-26B8-4389-BFF8-122427C2BAFA}"/>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1" name="">
            <a:extLst xmlns:a="http://schemas.openxmlformats.org/drawingml/2006/main">
              <a:ext uri="{FF2B5EF4-FFF2-40B4-BE49-F238E27FC236}">
                <a16:creationId xmlns:a16="http://schemas.microsoft.com/office/drawing/2014/main" id="{644A7D23-C7A1-42B5-B105-93B591A40EA0}"/>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C3D5B4A5-208A-46FE-BAA3-FE6C3D17A4FE}"/>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3" name="">
            <a:extLst xmlns:a="http://schemas.openxmlformats.org/drawingml/2006/main">
              <a:ext uri="{FF2B5EF4-FFF2-40B4-BE49-F238E27FC236}">
                <a16:creationId xmlns:a16="http://schemas.microsoft.com/office/drawing/2014/main" id="{D409E3C7-71C5-4147-9AE7-85560274AC5D}"/>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4" name="">
            <a:extLst xmlns:a="http://schemas.openxmlformats.org/drawingml/2006/main">
              <a:ext uri="{FF2B5EF4-FFF2-40B4-BE49-F238E27FC236}">
                <a16:creationId xmlns:a16="http://schemas.microsoft.com/office/drawing/2014/main" id="{5A0E9BC5-8AE9-4B20-AFD5-4B291422286B}"/>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0E945B21-A4E8-4EC8-84F6-E1E91C33F100}"/>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6" name="">
            <a:extLst xmlns:a="http://schemas.openxmlformats.org/drawingml/2006/main">
              <a:ext uri="{FF2B5EF4-FFF2-40B4-BE49-F238E27FC236}">
                <a16:creationId xmlns:a16="http://schemas.microsoft.com/office/drawing/2014/main" id="{41987D6B-5E7F-4FE8-9167-62E619C05D8B}"/>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7" name="">
            <a:extLst xmlns:a="http://schemas.openxmlformats.org/drawingml/2006/main">
              <a:ext uri="{FF2B5EF4-FFF2-40B4-BE49-F238E27FC236}">
                <a16:creationId xmlns:a16="http://schemas.microsoft.com/office/drawing/2014/main" id="{D2A129DB-0575-4E5C-A88C-F9BA6B06E8EC}"/>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C64345D8-5BE6-4B8E-9AB0-29586BC94610}"/>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9" name="">
            <a:extLst xmlns:a="http://schemas.openxmlformats.org/drawingml/2006/main">
              <a:ext uri="{FF2B5EF4-FFF2-40B4-BE49-F238E27FC236}">
                <a16:creationId xmlns:a16="http://schemas.microsoft.com/office/drawing/2014/main" id="{ADFC5944-AC5A-4DB3-AA2E-1A5287178197}"/>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20" name="">
            <a:extLst xmlns:a="http://schemas.openxmlformats.org/drawingml/2006/main">
              <a:ext uri="{FF2B5EF4-FFF2-40B4-BE49-F238E27FC236}">
                <a16:creationId xmlns:a16="http://schemas.microsoft.com/office/drawing/2014/main" id="{139F7BA3-BF80-486A-88CA-10E834E64645}"/>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1985579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9F9DBBC1-9A67-4D92-B57C-25520A06467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learning loop</a:t>
            </a:r>
          </a:p>
        </p:txBody>
      </p:sp>
      <p:sp>
        <p:nvSpPr>
          <p:cNvPr id="2" name="">
            <a:extLst xmlns:a="http://schemas.openxmlformats.org/drawingml/2006/main">
              <a:ext uri="{FF2B5EF4-FFF2-40B4-BE49-F238E27FC236}">
                <a16:creationId xmlns:a16="http://schemas.microsoft.com/office/drawing/2014/main" id="{0AFB5E64-C4B7-417C-917A-F2069464261D}"/>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E454C0F4-A34A-4568-844F-DAF78A6BDF9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AE83EB37-B0A7-436F-A915-14813573C216}"/>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D545F9CB-DE6C-4EEE-94CD-1A78F860FB76}"/>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699D9DE9-176B-405A-AAA4-1797630BD18F}"/>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D1CE2642-457D-4FFE-8AE1-0B72AF3378F2}"/>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8" name="">
            <a:extLst xmlns:a="http://schemas.openxmlformats.org/drawingml/2006/main">
              <a:ext uri="{FF2B5EF4-FFF2-40B4-BE49-F238E27FC236}">
                <a16:creationId xmlns:a16="http://schemas.microsoft.com/office/drawing/2014/main" id="{EBF1BCA9-BD0A-42BE-AF0B-0790F1E1855C}"/>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EA4675B4-E05F-476B-B4DA-8E75B19D1D84}"/>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F2C709A4-FC10-47E4-9183-BD70AC963A78}"/>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1" name="">
            <a:extLst xmlns:a="http://schemas.openxmlformats.org/drawingml/2006/main">
              <a:ext uri="{FF2B5EF4-FFF2-40B4-BE49-F238E27FC236}">
                <a16:creationId xmlns:a16="http://schemas.microsoft.com/office/drawing/2014/main" id="{EC1122FC-53C3-4D94-BF95-DDD69DD34226}"/>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4D2F15F5-1C3B-470E-86C5-23D03A352DDF}"/>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686F5C10-4409-41C1-B847-48E89E6AD896}"/>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4" name="">
            <a:extLst xmlns:a="http://schemas.openxmlformats.org/drawingml/2006/main">
              <a:ext uri="{FF2B5EF4-FFF2-40B4-BE49-F238E27FC236}">
                <a16:creationId xmlns:a16="http://schemas.microsoft.com/office/drawing/2014/main" id="{E147CF2A-2057-4E46-B265-2A127ABA4B8D}"/>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5" name="">
            <a:extLst xmlns:a="http://schemas.openxmlformats.org/drawingml/2006/main">
              <a:ext uri="{FF2B5EF4-FFF2-40B4-BE49-F238E27FC236}">
                <a16:creationId xmlns:a16="http://schemas.microsoft.com/office/drawing/2014/main" id="{7DB9D39E-FD29-4EA7-B71E-7B67490C4987}"/>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3DE5C893-C501-4471-8364-75EDF7D387F6}"/>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7" name="">
            <a:extLst xmlns:a="http://schemas.openxmlformats.org/drawingml/2006/main">
              <a:ext uri="{FF2B5EF4-FFF2-40B4-BE49-F238E27FC236}">
                <a16:creationId xmlns:a16="http://schemas.microsoft.com/office/drawing/2014/main" id="{1FB5A872-64F8-479A-BF8B-538C4C508FF0}"/>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55AF4779-88A3-406C-A246-4E6293C6B5B9}"/>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0B5FBD3E-EECE-4D3D-A020-417DAD9BDD4B}"/>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20" name="">
            <a:extLst xmlns:a="http://schemas.openxmlformats.org/drawingml/2006/main">
              <a:ext uri="{FF2B5EF4-FFF2-40B4-BE49-F238E27FC236}">
                <a16:creationId xmlns:a16="http://schemas.microsoft.com/office/drawing/2014/main" id="{B74E571B-C3F7-40C3-9062-99452B14A1C9}"/>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28CE150C-C0F7-4DA0-9B04-0C268BA0A133}"/>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2" name="">
            <a:extLst xmlns:a="http://schemas.openxmlformats.org/drawingml/2006/main">
              <a:ext uri="{FF2B5EF4-FFF2-40B4-BE49-F238E27FC236}">
                <a16:creationId xmlns:a16="http://schemas.microsoft.com/office/drawing/2014/main" id="{C80A8476-18F4-4090-98FC-A60541B1A112}"/>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3" name="">
            <a:extLst xmlns:a="http://schemas.openxmlformats.org/drawingml/2006/main">
              <a:ext uri="{FF2B5EF4-FFF2-40B4-BE49-F238E27FC236}">
                <a16:creationId xmlns:a16="http://schemas.microsoft.com/office/drawing/2014/main" id="{A2AF4B96-3719-4D2C-B5F4-721ED74EAB08}"/>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4" name="">
            <a:extLst xmlns:a="http://schemas.openxmlformats.org/drawingml/2006/main">
              <a:ext uri="{FF2B5EF4-FFF2-40B4-BE49-F238E27FC236}">
                <a16:creationId xmlns:a16="http://schemas.microsoft.com/office/drawing/2014/main" id="{2B054DE4-A5DE-422E-AD12-50BF4241F6E4}"/>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5" name="">
            <a:extLst xmlns:a="http://schemas.openxmlformats.org/drawingml/2006/main">
              <a:ext uri="{FF2B5EF4-FFF2-40B4-BE49-F238E27FC236}">
                <a16:creationId xmlns:a16="http://schemas.microsoft.com/office/drawing/2014/main" id="{B5F959D9-BE9D-409A-9329-4EF3AE5213DD}"/>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6" name="">
            <a:extLst xmlns:a="http://schemas.openxmlformats.org/drawingml/2006/main">
              <a:ext uri="{FF2B5EF4-FFF2-40B4-BE49-F238E27FC236}">
                <a16:creationId xmlns:a16="http://schemas.microsoft.com/office/drawing/2014/main" id="{442200D7-D7FB-4DE0-B024-5B998A430C54}"/>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7" name="">
            <a:extLst xmlns:a="http://schemas.openxmlformats.org/drawingml/2006/main">
              <a:ext uri="{FF2B5EF4-FFF2-40B4-BE49-F238E27FC236}">
                <a16:creationId xmlns:a16="http://schemas.microsoft.com/office/drawing/2014/main" id="{E31CF2E5-7CBC-4CCB-904C-DB302A430559}"/>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8" name="">
            <a:extLst xmlns:a="http://schemas.openxmlformats.org/drawingml/2006/main">
              <a:ext uri="{FF2B5EF4-FFF2-40B4-BE49-F238E27FC236}">
                <a16:creationId xmlns:a16="http://schemas.microsoft.com/office/drawing/2014/main" id="{F9072772-DD82-4675-8D1E-3678B375E8F7}"/>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6" name=""/>
          <p:cNvCxnSpPr>
            <a:stCxn xmlns:a="http://schemas.openxmlformats.org/drawingml/2006/main" id="5" idx="3"/>
            <a:endCxn xmlns:a="http://schemas.openxmlformats.org/drawingml/2006/main" id="8"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7" name=""/>
          <p:cNvCxnSpPr>
            <a:stCxn xmlns:a="http://schemas.openxmlformats.org/drawingml/2006/main" id="8" idx="3"/>
            <a:endCxn xmlns:a="http://schemas.openxmlformats.org/drawingml/2006/main" id="11"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9" name=""/>
          <p:cNvCxnSpPr>
            <a:stCxn xmlns:a="http://schemas.openxmlformats.org/drawingml/2006/main" id="14" idx="2"/>
            <a:endCxn xmlns:a="http://schemas.openxmlformats.org/drawingml/2006/main" id="17"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0" name=""/>
          <p:cNvCxnSpPr>
            <a:stCxn xmlns:a="http://schemas.openxmlformats.org/drawingml/2006/main" id="17" idx="1"/>
            <a:endCxn xmlns:a="http://schemas.openxmlformats.org/drawingml/2006/main" id="20"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1" name=""/>
          <p:cNvCxnSpPr>
            <a:stCxn xmlns:a="http://schemas.openxmlformats.org/drawingml/2006/main" id="20" idx="1"/>
            <a:endCxn xmlns:a="http://schemas.openxmlformats.org/drawingml/2006/main" id="23"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2" name=""/>
          <p:cNvCxnSpPr>
            <a:stCxn xmlns:a="http://schemas.openxmlformats.org/drawingml/2006/main" id="23" idx="1"/>
            <a:endCxn xmlns:a="http://schemas.openxmlformats.org/drawingml/2006/main" id="26"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3" name=""/>
          <p:cNvCxnSpPr>
            <a:stCxn xmlns:a="http://schemas.openxmlformats.org/drawingml/2006/main" id="26" idx="0"/>
            <a:endCxn xmlns:a="http://schemas.openxmlformats.org/drawingml/2006/main" id="5"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tailEnd type="triangle" w="sm" len="sm"/>
          </a:ln>
        </p:spPr>
      </p:cxnSp>
      <p:sp>
        <p:nvSpPr>
          <p:cNvPr id="37" name="">
            <a:extLst xmlns:a="http://schemas.openxmlformats.org/drawingml/2006/main">
              <a:ext uri="{FF2B5EF4-FFF2-40B4-BE49-F238E27FC236}">
                <a16:creationId xmlns:a16="http://schemas.microsoft.com/office/drawing/2014/main" id="{FF1E537D-203A-44FF-A4ED-7A7D715B4477}"/>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10404257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B91B9046-40AB-423A-9435-3455931B20B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70A3AA70-4506-4A69-B578-37EC52097A3E}"/>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DF969BE0-1D40-4721-AECA-D6D088F7044E}"/>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1086EF43-5A36-4D9C-A5BF-1D2A07831491}"/>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9D4DEFF4-923E-4264-8E99-42F5E7808509}"/>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16D502BF-0AEE-4D2F-9AC0-D2AECA3298DB}"/>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DBA96821-187F-4EEF-B5F1-C50F980E7F2F}"/>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8" name="">
            <a:extLst xmlns:a="http://schemas.openxmlformats.org/drawingml/2006/main">
              <a:ext uri="{FF2B5EF4-FFF2-40B4-BE49-F238E27FC236}">
                <a16:creationId xmlns:a16="http://schemas.microsoft.com/office/drawing/2014/main" id="{A6C59CB1-C9A6-44DD-BAFA-1B3DCB519DAF}"/>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0B1B3A87-6344-481D-BA8C-D66ECE6A33C8}"/>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10" name="">
            <a:extLst xmlns:a="http://schemas.openxmlformats.org/drawingml/2006/main">
              <a:ext uri="{FF2B5EF4-FFF2-40B4-BE49-F238E27FC236}">
                <a16:creationId xmlns:a16="http://schemas.microsoft.com/office/drawing/2014/main" id="{28DE82C7-F3CE-4B25-B586-CBB0809070FC}"/>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1" name="">
            <a:extLst xmlns:a="http://schemas.openxmlformats.org/drawingml/2006/main">
              <a:ext uri="{FF2B5EF4-FFF2-40B4-BE49-F238E27FC236}">
                <a16:creationId xmlns:a16="http://schemas.microsoft.com/office/drawing/2014/main" id="{890020E2-4E8F-4DB8-AD06-31CDECB5455F}"/>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2" name="">
            <a:extLst xmlns:a="http://schemas.openxmlformats.org/drawingml/2006/main">
              <a:ext uri="{FF2B5EF4-FFF2-40B4-BE49-F238E27FC236}">
                <a16:creationId xmlns:a16="http://schemas.microsoft.com/office/drawing/2014/main" id="{5FAC509A-41BF-4420-95C0-7A45CE5B5A29}"/>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3" name="">
            <a:extLst xmlns:a="http://schemas.openxmlformats.org/drawingml/2006/main">
              <a:ext uri="{FF2B5EF4-FFF2-40B4-BE49-F238E27FC236}">
                <a16:creationId xmlns:a16="http://schemas.microsoft.com/office/drawing/2014/main" id="{36FEF14A-186D-4761-9424-17AF92D4AA20}"/>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4" name="">
            <a:extLst xmlns:a="http://schemas.openxmlformats.org/drawingml/2006/main">
              <a:ext uri="{FF2B5EF4-FFF2-40B4-BE49-F238E27FC236}">
                <a16:creationId xmlns:a16="http://schemas.microsoft.com/office/drawing/2014/main" id="{6E1B492F-687D-422F-BC6B-EAC7865ABA64}"/>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5" name="">
            <a:extLst xmlns:a="http://schemas.openxmlformats.org/drawingml/2006/main">
              <a:ext uri="{FF2B5EF4-FFF2-40B4-BE49-F238E27FC236}">
                <a16:creationId xmlns:a16="http://schemas.microsoft.com/office/drawing/2014/main" id="{91E65787-6844-4911-9EC1-C346ED3FC0D0}"/>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6" name="">
            <a:extLst xmlns:a="http://schemas.openxmlformats.org/drawingml/2006/main">
              <a:ext uri="{FF2B5EF4-FFF2-40B4-BE49-F238E27FC236}">
                <a16:creationId xmlns:a16="http://schemas.microsoft.com/office/drawing/2014/main" id="{F2CCF824-44BF-42BA-9BE2-402CA93FE4BD}"/>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41" name=""/>
          <p:cNvCxnSpPr>
            <a:stCxn xmlns:a="http://schemas.openxmlformats.org/drawingml/2006/main" id="6" idx="0"/>
            <a:endCxn xmlns:a="http://schemas.openxmlformats.org/drawingml/2006/main" id="8" idx="0"/>
          </p:cNvCxnSpPr>
          <p:nvPr/>
        </p:nvCxnSpPr>
        <p:spPr>
          <a:xfrm xmlns:a="http://schemas.openxmlformats.org/drawingml/2006/main">
            <a:off x="4810125" y="1428750"/>
            <a:ext cx="5791200" cy="571500"/>
          </a:xfrm>
          <a:prstGeom xmlns:a="http://schemas.openxmlformats.org/drawingml/2006/main" prst="bentConnector4">
            <a:avLst/>
          </a:prstGeom>
          <a:ln xmlns:a="http://schemas.openxmlformats.org/drawingml/2006/main" w="19050">
            <a:solidFill>
              <a:srgbClr val="D97706"/>
            </a:solidFill>
            <a:prstDash val="solid"/>
            <a:tailEnd type="triangle" w="sm" len="sm"/>
          </a:ln>
        </p:spPr>
      </p:cxnSp>
      <p:sp>
        <p:nvSpPr>
          <p:cNvPr id="20" name="">
            <a:extLst xmlns:a="http://schemas.openxmlformats.org/drawingml/2006/main">
              <a:ext uri="{FF2B5EF4-FFF2-40B4-BE49-F238E27FC236}">
                <a16:creationId xmlns:a16="http://schemas.microsoft.com/office/drawing/2014/main" id="{26BB0793-50BD-404A-B569-B599D26C88C7}"/>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61AF7888-32F4-4052-981E-E716E12E18C7}"/>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2" name="">
            <a:extLst xmlns:a="http://schemas.openxmlformats.org/drawingml/2006/main">
              <a:ext uri="{FF2B5EF4-FFF2-40B4-BE49-F238E27FC236}">
                <a16:creationId xmlns:a16="http://schemas.microsoft.com/office/drawing/2014/main" id="{72E350FB-F683-44BD-87E8-0EEEC9AB81AE}"/>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9806229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C77ABCA2-31CF-4614-821D-4A189236BB26}"/>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C5EFFBE2-73E0-417B-B80B-25D8AE189312}"/>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0D8035FF-36F2-4A0B-A1D5-4AF1BB2493F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EFF7C2D-53CE-4E8C-9FCC-40EDA3A560EE}"/>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7AA3754F-A7BF-47ED-B744-9D36D54694A2}"/>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EAD5BA6F-585D-4527-893A-0A389BBEE3AF}"/>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573F6604-35AA-4F19-8440-E22507F2EC58}"/>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99F141CB-8240-495C-9001-1CA4A09CCB5B}"/>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9" name="">
            <a:extLst xmlns:a="http://schemas.openxmlformats.org/drawingml/2006/main">
              <a:ext uri="{FF2B5EF4-FFF2-40B4-BE49-F238E27FC236}">
                <a16:creationId xmlns:a16="http://schemas.microsoft.com/office/drawing/2014/main" id="{95629165-C0D5-4847-8E7B-6FB4E5D90B0E}"/>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10" name="">
            <a:extLst xmlns:a="http://schemas.openxmlformats.org/drawingml/2006/main">
              <a:ext uri="{FF2B5EF4-FFF2-40B4-BE49-F238E27FC236}">
                <a16:creationId xmlns:a16="http://schemas.microsoft.com/office/drawing/2014/main" id="{B54B5A9E-1CE6-4BC2-BD79-86D8CFA90CCA}"/>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1" name="">
            <a:extLst xmlns:a="http://schemas.openxmlformats.org/drawingml/2006/main">
              <a:ext uri="{FF2B5EF4-FFF2-40B4-BE49-F238E27FC236}">
                <a16:creationId xmlns:a16="http://schemas.microsoft.com/office/drawing/2014/main" id="{3AF56EF0-B2D0-40D2-B985-3A87418A8E56}"/>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2" name="">
            <a:extLst xmlns:a="http://schemas.openxmlformats.org/drawingml/2006/main">
              <a:ext uri="{FF2B5EF4-FFF2-40B4-BE49-F238E27FC236}">
                <a16:creationId xmlns:a16="http://schemas.microsoft.com/office/drawing/2014/main" id="{A48B8065-7C4C-466C-BA6F-44CD927CDA5B}"/>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3" name="">
            <a:extLst xmlns:a="http://schemas.openxmlformats.org/drawingml/2006/main">
              <a:ext uri="{FF2B5EF4-FFF2-40B4-BE49-F238E27FC236}">
                <a16:creationId xmlns:a16="http://schemas.microsoft.com/office/drawing/2014/main" id="{9F4F7C2A-5F3E-4DCF-9251-DB45DDA586B5}"/>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A0603408-8105-49A2-A0DF-EECAF6B072F6}"/>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7" name="">
            <a:extLst xmlns:a="http://schemas.openxmlformats.org/drawingml/2006/main">
              <a:ext uri="{FF2B5EF4-FFF2-40B4-BE49-F238E27FC236}">
                <a16:creationId xmlns:a16="http://schemas.microsoft.com/office/drawing/2014/main" id="{8851DF5B-C650-4B86-8768-C02393355278}"/>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8" name="">
            <a:extLst xmlns:a="http://schemas.openxmlformats.org/drawingml/2006/main">
              <a:ext uri="{FF2B5EF4-FFF2-40B4-BE49-F238E27FC236}">
                <a16:creationId xmlns:a16="http://schemas.microsoft.com/office/drawing/2014/main" id="{A2F9277D-C486-4F80-9DA0-8CB2C83817A0}"/>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9" name="">
            <a:extLst xmlns:a="http://schemas.openxmlformats.org/drawingml/2006/main">
              <a:ext uri="{FF2B5EF4-FFF2-40B4-BE49-F238E27FC236}">
                <a16:creationId xmlns:a16="http://schemas.microsoft.com/office/drawing/2014/main" id="{F390FF1D-1121-474E-9FFB-516724C6E99E}"/>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9142569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426F1E09-F969-4A88-98E1-9E816B2C79CD}"/>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4E967B37-3550-460D-A69E-18CB14A87E4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AA26C443-5D4D-4511-8BA7-C26FD28BFB0F}"/>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612C8F6-D301-4E96-AF24-0022C0FB579A}"/>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0DE09308-6952-4019-8BDA-2DB907104302}"/>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7F92BC71-A466-494A-9880-93D439398615}"/>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7" name="">
            <a:extLst xmlns:a="http://schemas.openxmlformats.org/drawingml/2006/main">
              <a:ext uri="{FF2B5EF4-FFF2-40B4-BE49-F238E27FC236}">
                <a16:creationId xmlns:a16="http://schemas.microsoft.com/office/drawing/2014/main" id="{21FC0FF6-BBA3-4A41-94A5-CDEEBA8C10AE}"/>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8" name="">
            <a:extLst xmlns:a="http://schemas.openxmlformats.org/drawingml/2006/main">
              <a:ext uri="{FF2B5EF4-FFF2-40B4-BE49-F238E27FC236}">
                <a16:creationId xmlns:a16="http://schemas.microsoft.com/office/drawing/2014/main" id="{CB276DD5-39C8-425B-B9E6-2DD9854DC1BB}"/>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37E70B39-AB50-44DA-9335-23F179DB63F0}"/>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10" name="">
            <a:extLst xmlns:a="http://schemas.openxmlformats.org/drawingml/2006/main">
              <a:ext uri="{FF2B5EF4-FFF2-40B4-BE49-F238E27FC236}">
                <a16:creationId xmlns:a16="http://schemas.microsoft.com/office/drawing/2014/main" id="{893FC1D4-E7AE-4F87-96E4-D76B906CAE8A}"/>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1" name="">
            <a:extLst xmlns:a="http://schemas.openxmlformats.org/drawingml/2006/main">
              <a:ext uri="{FF2B5EF4-FFF2-40B4-BE49-F238E27FC236}">
                <a16:creationId xmlns:a16="http://schemas.microsoft.com/office/drawing/2014/main" id="{A2A7D22A-A316-45F3-A0C0-EA5E3A2C500B}"/>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A6C40AFA-65A7-4E1B-9FCE-70B3D31B7F55}"/>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3" name="">
            <a:extLst xmlns:a="http://schemas.openxmlformats.org/drawingml/2006/main">
              <a:ext uri="{FF2B5EF4-FFF2-40B4-BE49-F238E27FC236}">
                <a16:creationId xmlns:a16="http://schemas.microsoft.com/office/drawing/2014/main" id="{B1B2F3AA-D556-457A-A5F1-9CBC1E9466A7}"/>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4" name="">
            <a:extLst xmlns:a="http://schemas.openxmlformats.org/drawingml/2006/main">
              <a:ext uri="{FF2B5EF4-FFF2-40B4-BE49-F238E27FC236}">
                <a16:creationId xmlns:a16="http://schemas.microsoft.com/office/drawing/2014/main" id="{4244223D-3437-41BB-BDEA-E97A890DF318}"/>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9" name=""/>
          <p:cNvCxnSpPr>
            <a:stCxn xmlns:a="http://schemas.openxmlformats.org/drawingml/2006/main" id="7" idx="3"/>
            <a:endCxn xmlns:a="http://schemas.openxmlformats.org/drawingml/2006/main" id="11"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2956A718-44ED-4367-9644-806B141406B6}"/>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9A71F6D3-B12F-4852-AD12-D518847D022D}"/>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8" name="">
            <a:extLst xmlns:a="http://schemas.openxmlformats.org/drawingml/2006/main">
              <a:ext uri="{FF2B5EF4-FFF2-40B4-BE49-F238E27FC236}">
                <a16:creationId xmlns:a16="http://schemas.microsoft.com/office/drawing/2014/main" id="{E25CE328-7CBC-4428-951D-EFC0E349F19E}"/>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9" name="">
            <a:extLst xmlns:a="http://schemas.openxmlformats.org/drawingml/2006/main">
              <a:ext uri="{FF2B5EF4-FFF2-40B4-BE49-F238E27FC236}">
                <a16:creationId xmlns:a16="http://schemas.microsoft.com/office/drawing/2014/main" id="{6BF6E720-6A69-4414-964F-3A490C0B2C15}"/>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4" name=""/>
          <p:cNvCxnSpPr>
            <a:stCxn xmlns:a="http://schemas.openxmlformats.org/drawingml/2006/main" id="11" idx="3"/>
            <a:endCxn xmlns:a="http://schemas.openxmlformats.org/drawingml/2006/main" id="16"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1" name="">
            <a:extLst xmlns:a="http://schemas.openxmlformats.org/drawingml/2006/main">
              <a:ext uri="{FF2B5EF4-FFF2-40B4-BE49-F238E27FC236}">
                <a16:creationId xmlns:a16="http://schemas.microsoft.com/office/drawing/2014/main" id="{BA432B3A-8D86-48F4-9435-F9FCADA1D96F}"/>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2" name="">
            <a:extLst xmlns:a="http://schemas.openxmlformats.org/drawingml/2006/main">
              <a:ext uri="{FF2B5EF4-FFF2-40B4-BE49-F238E27FC236}">
                <a16:creationId xmlns:a16="http://schemas.microsoft.com/office/drawing/2014/main" id="{999F11D7-F8AB-486A-B27A-10D8900E9236}"/>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3" name="">
            <a:extLst xmlns:a="http://schemas.openxmlformats.org/drawingml/2006/main">
              <a:ext uri="{FF2B5EF4-FFF2-40B4-BE49-F238E27FC236}">
                <a16:creationId xmlns:a16="http://schemas.microsoft.com/office/drawing/2014/main" id="{7A6770A1-7A10-4985-9AD8-55ADCCACF6A5}"/>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4" name="">
            <a:extLst xmlns:a="http://schemas.openxmlformats.org/drawingml/2006/main">
              <a:ext uri="{FF2B5EF4-FFF2-40B4-BE49-F238E27FC236}">
                <a16:creationId xmlns:a16="http://schemas.microsoft.com/office/drawing/2014/main" id="{103153E8-14E4-48C8-8864-1C918048AC62}"/>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6" name="">
            <a:extLst xmlns:a="http://schemas.openxmlformats.org/drawingml/2006/main">
              <a:ext uri="{FF2B5EF4-FFF2-40B4-BE49-F238E27FC236}">
                <a16:creationId xmlns:a16="http://schemas.microsoft.com/office/drawing/2014/main" id="{A0DA3C67-3AB2-49FD-9F60-6CE9DDEB5193}"/>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7" name="">
            <a:extLst xmlns:a="http://schemas.openxmlformats.org/drawingml/2006/main">
              <a:ext uri="{FF2B5EF4-FFF2-40B4-BE49-F238E27FC236}">
                <a16:creationId xmlns:a16="http://schemas.microsoft.com/office/drawing/2014/main" id="{B7EAC4F8-24FA-4F5C-AD0F-B5605F0CCBC9}"/>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8" name="">
            <a:extLst xmlns:a="http://schemas.openxmlformats.org/drawingml/2006/main">
              <a:ext uri="{FF2B5EF4-FFF2-40B4-BE49-F238E27FC236}">
                <a16:creationId xmlns:a16="http://schemas.microsoft.com/office/drawing/2014/main" id="{89D13CBC-D0C0-4B1F-AD26-D82DD9FB3FDD}"/>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9" name="">
            <a:extLst xmlns:a="http://schemas.openxmlformats.org/drawingml/2006/main">
              <a:ext uri="{FF2B5EF4-FFF2-40B4-BE49-F238E27FC236}">
                <a16:creationId xmlns:a16="http://schemas.microsoft.com/office/drawing/2014/main" id="{5EB9B36B-55FB-46DD-92A9-D8B3BBC72073}"/>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30" name="">
            <a:extLst xmlns:a="http://schemas.openxmlformats.org/drawingml/2006/main">
              <a:ext uri="{FF2B5EF4-FFF2-40B4-BE49-F238E27FC236}">
                <a16:creationId xmlns:a16="http://schemas.microsoft.com/office/drawing/2014/main" id="{7B19A66D-1261-4333-B40E-9E25279981C5}"/>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1" name="">
            <a:extLst xmlns:a="http://schemas.openxmlformats.org/drawingml/2006/main">
              <a:ext uri="{FF2B5EF4-FFF2-40B4-BE49-F238E27FC236}">
                <a16:creationId xmlns:a16="http://schemas.microsoft.com/office/drawing/2014/main" id="{D72DF6D2-65F1-440A-BB83-84979874CE42}"/>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2" name="">
            <a:extLst xmlns:a="http://schemas.openxmlformats.org/drawingml/2006/main">
              <a:ext uri="{FF2B5EF4-FFF2-40B4-BE49-F238E27FC236}">
                <a16:creationId xmlns:a16="http://schemas.microsoft.com/office/drawing/2014/main" id="{7F084C4B-3329-492D-A2C7-93D07DDF00AD}"/>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E38A649C-261C-4509-8732-4E7CAF70D7E1}"/>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4" name="">
            <a:extLst xmlns:a="http://schemas.openxmlformats.org/drawingml/2006/main">
              <a:ext uri="{FF2B5EF4-FFF2-40B4-BE49-F238E27FC236}">
                <a16:creationId xmlns:a16="http://schemas.microsoft.com/office/drawing/2014/main" id="{EB9714E8-0D08-4632-9D27-D29FEC6E0F67}"/>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439277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15554199-DD77-4C19-8D7A-D9E9B218D6A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8BEFA38A-699D-4952-9D7C-F4CFB14BDEF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124666DF-C5E0-4E02-9E03-04AA1A03E65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1C195F5B-1A57-470F-BEC9-B6A4DC1CE356}"/>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30061FFF-0BCA-4C5E-96BF-108B0B992140}"/>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6" name="">
            <a:extLst xmlns:a="http://schemas.openxmlformats.org/drawingml/2006/main">
              <a:ext uri="{FF2B5EF4-FFF2-40B4-BE49-F238E27FC236}">
                <a16:creationId xmlns:a16="http://schemas.microsoft.com/office/drawing/2014/main" id="{D08BC7B8-C778-451A-8D45-80F7C8CE1CD6}"/>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11972816-9909-4C83-9FF0-06976EE55115}"/>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7E8B80DD-972F-480A-8298-E95D34D75A87}"/>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AC821E46-0D15-49C7-B061-88286A7284D5}"/>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10" name="">
            <a:extLst xmlns:a="http://schemas.openxmlformats.org/drawingml/2006/main">
              <a:ext uri="{FF2B5EF4-FFF2-40B4-BE49-F238E27FC236}">
                <a16:creationId xmlns:a16="http://schemas.microsoft.com/office/drawing/2014/main" id="{C72DFC7D-B3B8-40A7-B325-87C166DC429E}"/>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1" name="">
            <a:extLst xmlns:a="http://schemas.openxmlformats.org/drawingml/2006/main">
              <a:ext uri="{FF2B5EF4-FFF2-40B4-BE49-F238E27FC236}">
                <a16:creationId xmlns:a16="http://schemas.microsoft.com/office/drawing/2014/main" id="{06951EB1-B3AE-4815-869A-A4123B2BBAFB}"/>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2" name="">
            <a:extLst xmlns:a="http://schemas.openxmlformats.org/drawingml/2006/main">
              <a:ext uri="{FF2B5EF4-FFF2-40B4-BE49-F238E27FC236}">
                <a16:creationId xmlns:a16="http://schemas.microsoft.com/office/drawing/2014/main" id="{87EA6C50-5759-4BAD-84EC-2893334BBF3B}"/>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3" name="">
            <a:extLst xmlns:a="http://schemas.openxmlformats.org/drawingml/2006/main">
              <a:ext uri="{FF2B5EF4-FFF2-40B4-BE49-F238E27FC236}">
                <a16:creationId xmlns:a16="http://schemas.microsoft.com/office/drawing/2014/main" id="{F45E2621-D33D-40FB-8980-1D330AADABB8}"/>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4" name="">
            <a:extLst xmlns:a="http://schemas.openxmlformats.org/drawingml/2006/main">
              <a:ext uri="{FF2B5EF4-FFF2-40B4-BE49-F238E27FC236}">
                <a16:creationId xmlns:a16="http://schemas.microsoft.com/office/drawing/2014/main" id="{A9F1E156-56DA-4055-8B31-90E53041F8D1}"/>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50" name=""/>
          <p:cNvCxnSpPr>
            <a:stCxn xmlns:a="http://schemas.openxmlformats.org/drawingml/2006/main" id="6" idx="2"/>
            <a:endCxn xmlns:a="http://schemas.openxmlformats.org/drawingml/2006/main" id="7"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51" name=""/>
          <p:cNvCxnSpPr>
            <a:stCxn xmlns:a="http://schemas.openxmlformats.org/drawingml/2006/main" id="7" idx="2"/>
            <a:endCxn xmlns:a="http://schemas.openxmlformats.org/drawingml/2006/main" id="8"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7" name="">
            <a:extLst xmlns:a="http://schemas.openxmlformats.org/drawingml/2006/main">
              <a:ext uri="{FF2B5EF4-FFF2-40B4-BE49-F238E27FC236}">
                <a16:creationId xmlns:a16="http://schemas.microsoft.com/office/drawing/2014/main" id="{94259D65-59CC-441A-950B-5EC92F459606}"/>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8" name="">
            <a:extLst xmlns:a="http://schemas.openxmlformats.org/drawingml/2006/main">
              <a:ext uri="{FF2B5EF4-FFF2-40B4-BE49-F238E27FC236}">
                <a16:creationId xmlns:a16="http://schemas.microsoft.com/office/drawing/2014/main" id="{942659F4-3C08-45DA-8733-D32A1F6DF3AE}"/>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9" name="">
            <a:extLst xmlns:a="http://schemas.openxmlformats.org/drawingml/2006/main">
              <a:ext uri="{FF2B5EF4-FFF2-40B4-BE49-F238E27FC236}">
                <a16:creationId xmlns:a16="http://schemas.microsoft.com/office/drawing/2014/main" id="{61FD72B5-40EC-4932-B34C-1932406BF470}"/>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20" name="">
            <a:extLst xmlns:a="http://schemas.openxmlformats.org/drawingml/2006/main">
              <a:ext uri="{FF2B5EF4-FFF2-40B4-BE49-F238E27FC236}">
                <a16:creationId xmlns:a16="http://schemas.microsoft.com/office/drawing/2014/main" id="{1146A366-ED10-4209-BCC7-D58A76AB4E48}"/>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1" name="">
            <a:extLst xmlns:a="http://schemas.openxmlformats.org/drawingml/2006/main">
              <a:ext uri="{FF2B5EF4-FFF2-40B4-BE49-F238E27FC236}">
                <a16:creationId xmlns:a16="http://schemas.microsoft.com/office/drawing/2014/main" id="{62AB65A8-791D-4786-89BF-C0DBAEEE8D84}"/>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2" name="">
            <a:extLst xmlns:a="http://schemas.openxmlformats.org/drawingml/2006/main">
              <a:ext uri="{FF2B5EF4-FFF2-40B4-BE49-F238E27FC236}">
                <a16:creationId xmlns:a16="http://schemas.microsoft.com/office/drawing/2014/main" id="{4F2CB3C8-A4A7-4AFC-A6A8-0AAB1149295F}"/>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3" name="">
            <a:extLst xmlns:a="http://schemas.openxmlformats.org/drawingml/2006/main">
              <a:ext uri="{FF2B5EF4-FFF2-40B4-BE49-F238E27FC236}">
                <a16:creationId xmlns:a16="http://schemas.microsoft.com/office/drawing/2014/main" id="{0F5BA0D0-8331-4C17-912C-10980930BFDC}"/>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4" name="">
            <a:extLst xmlns:a="http://schemas.openxmlformats.org/drawingml/2006/main">
              <a:ext uri="{FF2B5EF4-FFF2-40B4-BE49-F238E27FC236}">
                <a16:creationId xmlns:a16="http://schemas.microsoft.com/office/drawing/2014/main" id="{E849F767-57B2-4FAF-9157-66234A70BA52}"/>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F208C88C-C6DA-40DA-8737-1068D03FF26C}"/>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1501A396-45BC-43E1-BC4A-BA2846C39E5E}"/>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1CA08AEE-748F-43C5-BDA2-A55B10037AED}"/>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3" name=""/>
          <p:cNvCxnSpPr>
            <a:stCxn xmlns:a="http://schemas.openxmlformats.org/drawingml/2006/main" id="18" idx="6"/>
            <a:endCxn xmlns:a="http://schemas.openxmlformats.org/drawingml/2006/main" id="20"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64" name=""/>
          <p:cNvCxnSpPr>
            <a:stCxn xmlns:a="http://schemas.openxmlformats.org/drawingml/2006/main" id="18" idx="6"/>
            <a:endCxn xmlns:a="http://schemas.openxmlformats.org/drawingml/2006/main" id="22"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65" name=""/>
          <p:cNvCxnSpPr>
            <a:stCxn xmlns:a="http://schemas.openxmlformats.org/drawingml/2006/main" id="20" idx="6"/>
            <a:endCxn xmlns:a="http://schemas.openxmlformats.org/drawingml/2006/main" id="24"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6" name=""/>
          <p:cNvCxnSpPr>
            <a:stCxn xmlns:a="http://schemas.openxmlformats.org/drawingml/2006/main" id="22" idx="6"/>
            <a:endCxn xmlns:a="http://schemas.openxmlformats.org/drawingml/2006/main" id="24"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7" name=""/>
          <p:cNvCxnSpPr>
            <a:stCxn xmlns:a="http://schemas.openxmlformats.org/drawingml/2006/main" id="24" idx="6"/>
            <a:endCxn xmlns:a="http://schemas.openxmlformats.org/drawingml/2006/main" id="26"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3" name="">
            <a:extLst xmlns:a="http://schemas.openxmlformats.org/drawingml/2006/main">
              <a:ext uri="{FF2B5EF4-FFF2-40B4-BE49-F238E27FC236}">
                <a16:creationId xmlns:a16="http://schemas.microsoft.com/office/drawing/2014/main" id="{AE4255EB-548B-4D04-93F9-AE9736698F92}"/>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4" name="">
            <a:extLst xmlns:a="http://schemas.openxmlformats.org/drawingml/2006/main">
              <a:ext uri="{FF2B5EF4-FFF2-40B4-BE49-F238E27FC236}">
                <a16:creationId xmlns:a16="http://schemas.microsoft.com/office/drawing/2014/main" id="{662B59B3-7543-4967-B634-B9683D23BB2B}"/>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5" name="">
            <a:extLst xmlns:a="http://schemas.openxmlformats.org/drawingml/2006/main">
              <a:ext uri="{FF2B5EF4-FFF2-40B4-BE49-F238E27FC236}">
                <a16:creationId xmlns:a16="http://schemas.microsoft.com/office/drawing/2014/main" id="{906D1E69-5A3D-411B-B0BA-BA623BB45B95}"/>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11477995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411DA3C3-4493-4B7F-854A-C964E3B5571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12591762-7843-4376-B7C3-146F5A024C3E}"/>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629870BF-EC7A-4FEF-8ABB-A6D59D5EED01}"/>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CE778AB-5388-4EAD-9545-D681F2A4EA64}"/>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6DA95474-1C4F-4675-968A-E1FD61B5C99D}"/>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81610B29-4A51-4133-8159-DB723CA52637}"/>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7" name="">
            <a:extLst xmlns:a="http://schemas.openxmlformats.org/drawingml/2006/main">
              <a:ext uri="{FF2B5EF4-FFF2-40B4-BE49-F238E27FC236}">
                <a16:creationId xmlns:a16="http://schemas.microsoft.com/office/drawing/2014/main" id="{61209DDE-BC88-41CC-A648-B79100A32750}"/>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8" name="">
            <a:extLst xmlns:a="http://schemas.openxmlformats.org/drawingml/2006/main">
              <a:ext uri="{FF2B5EF4-FFF2-40B4-BE49-F238E27FC236}">
                <a16:creationId xmlns:a16="http://schemas.microsoft.com/office/drawing/2014/main" id="{2BA44418-15B4-4A35-A85F-3DDE04AA1F87}"/>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9" name="">
            <a:extLst xmlns:a="http://schemas.openxmlformats.org/drawingml/2006/main">
              <a:ext uri="{FF2B5EF4-FFF2-40B4-BE49-F238E27FC236}">
                <a16:creationId xmlns:a16="http://schemas.microsoft.com/office/drawing/2014/main" id="{D6163595-A82C-4760-9B3A-2625088A16AD}"/>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10" name="">
            <a:extLst xmlns:a="http://schemas.openxmlformats.org/drawingml/2006/main">
              <a:ext uri="{FF2B5EF4-FFF2-40B4-BE49-F238E27FC236}">
                <a16:creationId xmlns:a16="http://schemas.microsoft.com/office/drawing/2014/main" id="{4E80B67B-1F6A-4048-809A-C1E5326F32CF}"/>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A099FA9C-5384-4799-8470-57360B9CBBB2}"/>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2" name="">
            <a:extLst xmlns:a="http://schemas.openxmlformats.org/drawingml/2006/main">
              <a:ext uri="{FF2B5EF4-FFF2-40B4-BE49-F238E27FC236}">
                <a16:creationId xmlns:a16="http://schemas.microsoft.com/office/drawing/2014/main" id="{F62A0AC9-A585-4A00-93FB-420A04ECEF8E}"/>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3" name="">
            <a:extLst xmlns:a="http://schemas.openxmlformats.org/drawingml/2006/main">
              <a:ext uri="{FF2B5EF4-FFF2-40B4-BE49-F238E27FC236}">
                <a16:creationId xmlns:a16="http://schemas.microsoft.com/office/drawing/2014/main" id="{E2E87CE1-327C-40A0-AC71-3FCE57B350B0}"/>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4" name="">
            <a:extLst xmlns:a="http://schemas.openxmlformats.org/drawingml/2006/main">
              <a:ext uri="{FF2B5EF4-FFF2-40B4-BE49-F238E27FC236}">
                <a16:creationId xmlns:a16="http://schemas.microsoft.com/office/drawing/2014/main" id="{866497E6-6E81-402C-8FB8-0F65E7166CC9}"/>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5" name="">
            <a:extLst xmlns:a="http://schemas.openxmlformats.org/drawingml/2006/main">
              <a:ext uri="{FF2B5EF4-FFF2-40B4-BE49-F238E27FC236}">
                <a16:creationId xmlns:a16="http://schemas.microsoft.com/office/drawing/2014/main" id="{9DC202C0-CC90-4B06-B6D2-4832312F4BC2}"/>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6" name="">
            <a:extLst xmlns:a="http://schemas.openxmlformats.org/drawingml/2006/main">
              <a:ext uri="{FF2B5EF4-FFF2-40B4-BE49-F238E27FC236}">
                <a16:creationId xmlns:a16="http://schemas.microsoft.com/office/drawing/2014/main" id="{2848E07F-5319-4195-8783-A02B1516576E}"/>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7" name="">
            <a:extLst xmlns:a="http://schemas.openxmlformats.org/drawingml/2006/main">
              <a:ext uri="{FF2B5EF4-FFF2-40B4-BE49-F238E27FC236}">
                <a16:creationId xmlns:a16="http://schemas.microsoft.com/office/drawing/2014/main" id="{82A13C34-5E4B-41E9-B135-F3446F300CB4}"/>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BAB5DC2A-20AD-4709-B544-53D6E496F9BA}"/>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9" name="">
            <a:extLst xmlns:a="http://schemas.openxmlformats.org/drawingml/2006/main">
              <a:ext uri="{FF2B5EF4-FFF2-40B4-BE49-F238E27FC236}">
                <a16:creationId xmlns:a16="http://schemas.microsoft.com/office/drawing/2014/main" id="{A9DC1AC9-B0FE-4BC3-B1BA-E422BBEFC72E}"/>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20" name="">
            <a:extLst xmlns:a="http://schemas.openxmlformats.org/drawingml/2006/main">
              <a:ext uri="{FF2B5EF4-FFF2-40B4-BE49-F238E27FC236}">
                <a16:creationId xmlns:a16="http://schemas.microsoft.com/office/drawing/2014/main" id="{DB63CB7F-18E6-4E3E-9C27-1257D5A4E63A}"/>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97D1D59F-E19D-42DA-AF02-B5A8C2C22DC4}"/>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2" name="">
            <a:extLst xmlns:a="http://schemas.openxmlformats.org/drawingml/2006/main">
              <a:ext uri="{FF2B5EF4-FFF2-40B4-BE49-F238E27FC236}">
                <a16:creationId xmlns:a16="http://schemas.microsoft.com/office/drawing/2014/main" id="{9B25FD75-8FD1-4F5D-9E6F-E59D38356216}"/>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2" name=""/>
          <p:cNvCxnSpPr>
            <a:stCxn xmlns:a="http://schemas.openxmlformats.org/drawingml/2006/main" id="5" idx="3"/>
            <a:endCxn xmlns:a="http://schemas.openxmlformats.org/drawingml/2006/main" id="8"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3" name=""/>
          <p:cNvCxnSpPr>
            <a:stCxn xmlns:a="http://schemas.openxmlformats.org/drawingml/2006/main" id="5" idx="3"/>
            <a:endCxn xmlns:a="http://schemas.openxmlformats.org/drawingml/2006/main" id="9"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tailEnd type="triangle" w="sm" len="sm"/>
          </a:ln>
        </p:spPr>
      </p:cxnSp>
      <p:cxnSp>
        <p:nvCxnSpPr>
          <p:cNvPr id="54" name=""/>
          <p:cNvCxnSpPr>
            <a:stCxn xmlns:a="http://schemas.openxmlformats.org/drawingml/2006/main" id="5" idx="3"/>
            <a:endCxn xmlns:a="http://schemas.openxmlformats.org/drawingml/2006/main" id="10"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55" name=""/>
          <p:cNvCxnSpPr>
            <a:stCxn xmlns:a="http://schemas.openxmlformats.org/drawingml/2006/main" id="8" idx="3"/>
            <a:endCxn xmlns:a="http://schemas.openxmlformats.org/drawingml/2006/main" id="17"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6" name=""/>
          <p:cNvCxnSpPr>
            <a:stCxn xmlns:a="http://schemas.openxmlformats.org/drawingml/2006/main" id="17" idx="3"/>
            <a:endCxn xmlns:a="http://schemas.openxmlformats.org/drawingml/2006/main" id="20"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42EC8946-39AA-4CF8-9A5C-BA295C15E3F0}"/>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9" name="">
            <a:extLst xmlns:a="http://schemas.openxmlformats.org/drawingml/2006/main">
              <a:ext uri="{FF2B5EF4-FFF2-40B4-BE49-F238E27FC236}">
                <a16:creationId xmlns:a16="http://schemas.microsoft.com/office/drawing/2014/main" id="{0A4ED268-2481-4FDA-B9E7-7D61F6266A7A}"/>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3890407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801FB82-1E11-44E3-8F30-6DEC29DF5656}"/>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3627000C-6438-48FC-9659-D78A3384003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A04B985E-4DA7-45A3-BBF1-449C2B580FF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A297E32-6326-49C7-9AD9-4B00E489B54F}"/>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9CAED0CE-F112-46B5-9558-6ECF3ACAA9BC}"/>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6" name="">
            <a:extLst xmlns:a="http://schemas.openxmlformats.org/drawingml/2006/main">
              <a:ext uri="{FF2B5EF4-FFF2-40B4-BE49-F238E27FC236}">
                <a16:creationId xmlns:a16="http://schemas.microsoft.com/office/drawing/2014/main" id="{544369D1-92BE-4579-A82E-ECD1CB224CAB}"/>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7" name="">
            <a:extLst xmlns:a="http://schemas.openxmlformats.org/drawingml/2006/main">
              <a:ext uri="{FF2B5EF4-FFF2-40B4-BE49-F238E27FC236}">
                <a16:creationId xmlns:a16="http://schemas.microsoft.com/office/drawing/2014/main" id="{311EC73C-A005-4A99-AC6A-B9D945CE3FAC}"/>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B920D5DE-E514-4957-90E8-CBE8837E356A}"/>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9" name="">
            <a:extLst xmlns:a="http://schemas.openxmlformats.org/drawingml/2006/main">
              <a:ext uri="{FF2B5EF4-FFF2-40B4-BE49-F238E27FC236}">
                <a16:creationId xmlns:a16="http://schemas.microsoft.com/office/drawing/2014/main" id="{B62A125D-D79F-420E-80A8-C1E00B3B1E8A}"/>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21"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a134616ebba5449d"/>
          </a:graphicData>
        </a:graphic>
      </p:graphicFrame>
      <p:sp>
        <p:nvSpPr>
          <p:cNvPr id="11" name="">
            <a:extLst xmlns:a="http://schemas.openxmlformats.org/drawingml/2006/main">
              <a:ext uri="{FF2B5EF4-FFF2-40B4-BE49-F238E27FC236}">
                <a16:creationId xmlns:a16="http://schemas.microsoft.com/office/drawing/2014/main" id="{6BC8ECBC-E88B-4E9B-A118-1A325A4F49C4}"/>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9170167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slide-title">
            <a:extLst xmlns:a="http://schemas.openxmlformats.org/drawingml/2006/main">
              <a:ext uri="{FF2B5EF4-FFF2-40B4-BE49-F238E27FC236}">
                <a16:creationId xmlns:a16="http://schemas.microsoft.com/office/drawing/2014/main" id="{88F2BDEE-F2B9-4041-BC5C-0BE6EE52A02D}"/>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6A6B5AA4-778B-4BB8-B0F5-8E8D437046E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A7597521-9587-4D33-B5AC-0D942B9B9682}"/>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71B0834-3C42-4127-9398-79404E89B157}"/>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C52D286D-3B2F-441E-B0C0-6897CF7736F1}"/>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6" name="">
            <a:extLst xmlns:a="http://schemas.openxmlformats.org/drawingml/2006/main">
              <a:ext uri="{FF2B5EF4-FFF2-40B4-BE49-F238E27FC236}">
                <a16:creationId xmlns:a16="http://schemas.microsoft.com/office/drawing/2014/main" id="{39D7FF17-036F-4AAC-A67D-BA0615A9888B}"/>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1C86A660-7F00-438D-B8C7-C0CCB42F349E}"/>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496FC059-E033-42D2-A805-7E2ED88DBAEC}"/>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9" name="">
            <a:extLst xmlns:a="http://schemas.openxmlformats.org/drawingml/2006/main">
              <a:ext uri="{FF2B5EF4-FFF2-40B4-BE49-F238E27FC236}">
                <a16:creationId xmlns:a16="http://schemas.microsoft.com/office/drawing/2014/main" id="{BF09D7C6-2B0D-4C87-A42A-F9CB763582E4}"/>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F509BBDC-D414-49B8-976A-47EF3BC6A3E5}"/>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1" name="">
            <a:extLst xmlns:a="http://schemas.openxmlformats.org/drawingml/2006/main">
              <a:ext uri="{FF2B5EF4-FFF2-40B4-BE49-F238E27FC236}">
                <a16:creationId xmlns:a16="http://schemas.microsoft.com/office/drawing/2014/main" id="{0991C68E-C9D3-493A-B5DF-D1CE1243CD21}"/>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2" name="">
            <a:extLst xmlns:a="http://schemas.openxmlformats.org/drawingml/2006/main">
              <a:ext uri="{FF2B5EF4-FFF2-40B4-BE49-F238E27FC236}">
                <a16:creationId xmlns:a16="http://schemas.microsoft.com/office/drawing/2014/main" id="{CF616B91-BB37-4127-A99C-A627E66396E3}"/>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FF1BE06B-4733-490D-B3D7-6A4092D31796}"/>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4" name="">
            <a:extLst xmlns:a="http://schemas.openxmlformats.org/drawingml/2006/main">
              <a:ext uri="{FF2B5EF4-FFF2-40B4-BE49-F238E27FC236}">
                <a16:creationId xmlns:a16="http://schemas.microsoft.com/office/drawing/2014/main" id="{E5B78C8D-603D-4C69-8E5E-92238B3B0311}"/>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5" name="">
            <a:extLst xmlns:a="http://schemas.openxmlformats.org/drawingml/2006/main">
              <a:ext uri="{FF2B5EF4-FFF2-40B4-BE49-F238E27FC236}">
                <a16:creationId xmlns:a16="http://schemas.microsoft.com/office/drawing/2014/main" id="{5D9B4DBC-4796-4733-804A-8065A6EF7A6A}"/>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9" name=""/>
          <p:cNvCxnSpPr>
            <a:stCxn xmlns:a="http://schemas.openxmlformats.org/drawingml/2006/main" id="6" idx="6"/>
            <a:endCxn xmlns:a="http://schemas.openxmlformats.org/drawingml/2006/main" id="11"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7" name="">
            <a:extLst xmlns:a="http://schemas.openxmlformats.org/drawingml/2006/main">
              <a:ext uri="{FF2B5EF4-FFF2-40B4-BE49-F238E27FC236}">
                <a16:creationId xmlns:a16="http://schemas.microsoft.com/office/drawing/2014/main" id="{12C3802F-7CF5-43D9-9173-D42FDDDD7782}"/>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8" name="">
            <a:extLst xmlns:a="http://schemas.openxmlformats.org/drawingml/2006/main">
              <a:ext uri="{FF2B5EF4-FFF2-40B4-BE49-F238E27FC236}">
                <a16:creationId xmlns:a16="http://schemas.microsoft.com/office/drawing/2014/main" id="{76EC35B6-2F70-4E46-B5EC-286305904704}"/>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F005D5BD-2D71-4092-AC09-62D14EF013E5}"/>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20" name="">
            <a:extLst xmlns:a="http://schemas.openxmlformats.org/drawingml/2006/main">
              <a:ext uri="{FF2B5EF4-FFF2-40B4-BE49-F238E27FC236}">
                <a16:creationId xmlns:a16="http://schemas.microsoft.com/office/drawing/2014/main" id="{A13FFB7C-50D9-4130-823B-67D87D79F1A0}"/>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1" name="">
            <a:extLst xmlns:a="http://schemas.openxmlformats.org/drawingml/2006/main">
              <a:ext uri="{FF2B5EF4-FFF2-40B4-BE49-F238E27FC236}">
                <a16:creationId xmlns:a16="http://schemas.microsoft.com/office/drawing/2014/main" id="{F296DB77-4F62-40B9-93A1-6FC8A9CB2379}"/>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5" name=""/>
          <p:cNvCxnSpPr>
            <a:stCxn xmlns:a="http://schemas.openxmlformats.org/drawingml/2006/main" id="11" idx="6"/>
            <a:endCxn xmlns:a="http://schemas.openxmlformats.org/drawingml/2006/main" id="17"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3" name="">
            <a:extLst xmlns:a="http://schemas.openxmlformats.org/drawingml/2006/main">
              <a:ext uri="{FF2B5EF4-FFF2-40B4-BE49-F238E27FC236}">
                <a16:creationId xmlns:a16="http://schemas.microsoft.com/office/drawing/2014/main" id="{AB6501F6-B5CD-478C-80E5-687A3CB87D05}"/>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E7ECD206-5A2E-4613-B4C4-5015E1B4EFC4}"/>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D3469591-E9E5-41A5-B2E4-42FAC7C4F385}"/>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6" name="">
            <a:extLst xmlns:a="http://schemas.openxmlformats.org/drawingml/2006/main">
              <a:ext uri="{FF2B5EF4-FFF2-40B4-BE49-F238E27FC236}">
                <a16:creationId xmlns:a16="http://schemas.microsoft.com/office/drawing/2014/main" id="{777928B2-2A3D-4C7A-9A73-69C1D36F7E55}"/>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7" name="">
            <a:extLst xmlns:a="http://schemas.openxmlformats.org/drawingml/2006/main">
              <a:ext uri="{FF2B5EF4-FFF2-40B4-BE49-F238E27FC236}">
                <a16:creationId xmlns:a16="http://schemas.microsoft.com/office/drawing/2014/main" id="{890F14D8-F4A7-4A4D-AE71-AD58AF7AC851}"/>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71" name=""/>
          <p:cNvCxnSpPr>
            <a:stCxn xmlns:a="http://schemas.openxmlformats.org/drawingml/2006/main" id="17" idx="6"/>
            <a:endCxn xmlns:a="http://schemas.openxmlformats.org/drawingml/2006/main" id="23"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9" name="">
            <a:extLst xmlns:a="http://schemas.openxmlformats.org/drawingml/2006/main">
              <a:ext uri="{FF2B5EF4-FFF2-40B4-BE49-F238E27FC236}">
                <a16:creationId xmlns:a16="http://schemas.microsoft.com/office/drawing/2014/main" id="{2709AA88-5C8B-4406-9007-F480F4F1A7AD}"/>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30" name="">
            <a:extLst xmlns:a="http://schemas.openxmlformats.org/drawingml/2006/main">
              <a:ext uri="{FF2B5EF4-FFF2-40B4-BE49-F238E27FC236}">
                <a16:creationId xmlns:a16="http://schemas.microsoft.com/office/drawing/2014/main" id="{772C936B-B142-4B68-810A-A3C6961D95FA}"/>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19D29143-3010-434C-BF9D-4CBEF3E13684}"/>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2" name="">
            <a:extLst xmlns:a="http://schemas.openxmlformats.org/drawingml/2006/main">
              <a:ext uri="{FF2B5EF4-FFF2-40B4-BE49-F238E27FC236}">
                <a16:creationId xmlns:a16="http://schemas.microsoft.com/office/drawing/2014/main" id="{B15175A6-1B4B-439C-BD7C-DF74BD8F8555}"/>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3" name="">
            <a:extLst xmlns:a="http://schemas.openxmlformats.org/drawingml/2006/main">
              <a:ext uri="{FF2B5EF4-FFF2-40B4-BE49-F238E27FC236}">
                <a16:creationId xmlns:a16="http://schemas.microsoft.com/office/drawing/2014/main" id="{8C7384E1-4430-468C-9897-FBB792D7E7A8}"/>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7" name=""/>
          <p:cNvCxnSpPr>
            <a:stCxn xmlns:a="http://schemas.openxmlformats.org/drawingml/2006/main" id="23" idx="6"/>
            <a:endCxn xmlns:a="http://schemas.openxmlformats.org/drawingml/2006/main" id="29"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5" name="">
            <a:extLst xmlns:a="http://schemas.openxmlformats.org/drawingml/2006/main">
              <a:ext uri="{FF2B5EF4-FFF2-40B4-BE49-F238E27FC236}">
                <a16:creationId xmlns:a16="http://schemas.microsoft.com/office/drawing/2014/main" id="{53CC1B60-DB22-4005-9216-96EFB6BA55C8}"/>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6" name="">
            <a:extLst xmlns:a="http://schemas.openxmlformats.org/drawingml/2006/main">
              <a:ext uri="{FF2B5EF4-FFF2-40B4-BE49-F238E27FC236}">
                <a16:creationId xmlns:a16="http://schemas.microsoft.com/office/drawing/2014/main" id="{7869194A-0254-4DB0-9609-F10059FA23E1}"/>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7" name="">
            <a:extLst xmlns:a="http://schemas.openxmlformats.org/drawingml/2006/main">
              <a:ext uri="{FF2B5EF4-FFF2-40B4-BE49-F238E27FC236}">
                <a16:creationId xmlns:a16="http://schemas.microsoft.com/office/drawing/2014/main" id="{18F10D1B-745B-4B8C-B385-8EA9E688DCD4}"/>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8" name="">
            <a:extLst xmlns:a="http://schemas.openxmlformats.org/drawingml/2006/main">
              <a:ext uri="{FF2B5EF4-FFF2-40B4-BE49-F238E27FC236}">
                <a16:creationId xmlns:a16="http://schemas.microsoft.com/office/drawing/2014/main" id="{E0DB6BC1-05A0-48A0-830C-910B594BA879}"/>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9" name="">
            <a:extLst xmlns:a="http://schemas.openxmlformats.org/drawingml/2006/main">
              <a:ext uri="{FF2B5EF4-FFF2-40B4-BE49-F238E27FC236}">
                <a16:creationId xmlns:a16="http://schemas.microsoft.com/office/drawing/2014/main" id="{1D8DD462-270B-4072-9693-FA96B02A5DB7}"/>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3" name=""/>
          <p:cNvCxnSpPr>
            <a:stCxn xmlns:a="http://schemas.openxmlformats.org/drawingml/2006/main" id="29" idx="6"/>
            <a:endCxn xmlns:a="http://schemas.openxmlformats.org/drawingml/2006/main" id="35"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tailEnd type="triangle" w="sm" len="sm"/>
          </a:ln>
        </p:spPr>
      </p:cxnSp>
      <p:sp>
        <p:nvSpPr>
          <p:cNvPr id="41" name="">
            <a:extLst xmlns:a="http://schemas.openxmlformats.org/drawingml/2006/main">
              <a:ext uri="{FF2B5EF4-FFF2-40B4-BE49-F238E27FC236}">
                <a16:creationId xmlns:a16="http://schemas.microsoft.com/office/drawing/2014/main" id="{0388E5B9-B274-4E05-A099-5F197647FFC5}"/>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2" name="">
            <a:extLst xmlns:a="http://schemas.openxmlformats.org/drawingml/2006/main">
              <a:ext uri="{FF2B5EF4-FFF2-40B4-BE49-F238E27FC236}">
                <a16:creationId xmlns:a16="http://schemas.microsoft.com/office/drawing/2014/main" id="{2BDFBE62-2E49-4921-A241-BB15FF779162}"/>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3" name="">
            <a:extLst xmlns:a="http://schemas.openxmlformats.org/drawingml/2006/main">
              <a:ext uri="{FF2B5EF4-FFF2-40B4-BE49-F238E27FC236}">
                <a16:creationId xmlns:a16="http://schemas.microsoft.com/office/drawing/2014/main" id="{307872B9-4197-4B00-A5FE-6A5FFCD89B6A}"/>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11937343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94415735-E035-4D63-8D70-AF794B7DC7F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23BA80F4-5A44-4861-890E-DCCC2E351EEB}"/>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9B801C48-5A89-47A7-8417-02CBDD88B6A0}"/>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DD04E09F-5DD1-4226-B771-33C60477A580}"/>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0698B7F0-2EF0-417E-A113-25628ECDDE47}"/>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3F5AFF6E-BFDB-4F94-9EED-FDB7E872305F}"/>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7" name="">
            <a:extLst xmlns:a="http://schemas.openxmlformats.org/drawingml/2006/main">
              <a:ext uri="{FF2B5EF4-FFF2-40B4-BE49-F238E27FC236}">
                <a16:creationId xmlns:a16="http://schemas.microsoft.com/office/drawing/2014/main" id="{B61FB1EC-051C-4992-9B6E-CDDEDF27FFCC}"/>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8" name="">
            <a:extLst xmlns:a="http://schemas.openxmlformats.org/drawingml/2006/main">
              <a:ext uri="{FF2B5EF4-FFF2-40B4-BE49-F238E27FC236}">
                <a16:creationId xmlns:a16="http://schemas.microsoft.com/office/drawing/2014/main" id="{D023D34E-81D9-4374-BEB8-00B7ACAAD258}"/>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3AE8DA6E-C6E7-4ECE-945B-7571671AB33B}"/>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10" name="">
            <a:extLst xmlns:a="http://schemas.openxmlformats.org/drawingml/2006/main">
              <a:ext uri="{FF2B5EF4-FFF2-40B4-BE49-F238E27FC236}">
                <a16:creationId xmlns:a16="http://schemas.microsoft.com/office/drawing/2014/main" id="{3377CA68-D023-487E-B187-E7CFDB439A08}"/>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1" name="">
            <a:extLst xmlns:a="http://schemas.openxmlformats.org/drawingml/2006/main">
              <a:ext uri="{FF2B5EF4-FFF2-40B4-BE49-F238E27FC236}">
                <a16:creationId xmlns:a16="http://schemas.microsoft.com/office/drawing/2014/main" id="{2E3B1971-B18D-44CF-ACB6-89A3BA285F6C}"/>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2" name="">
            <a:extLst xmlns:a="http://schemas.openxmlformats.org/drawingml/2006/main">
              <a:ext uri="{FF2B5EF4-FFF2-40B4-BE49-F238E27FC236}">
                <a16:creationId xmlns:a16="http://schemas.microsoft.com/office/drawing/2014/main" id="{296C6AFA-C1E6-471C-BF3A-9ABA5B53DDE5}"/>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3" name="">
            <a:extLst xmlns:a="http://schemas.openxmlformats.org/drawingml/2006/main">
              <a:ext uri="{FF2B5EF4-FFF2-40B4-BE49-F238E27FC236}">
                <a16:creationId xmlns:a16="http://schemas.microsoft.com/office/drawing/2014/main" id="{FB1E4C90-E8E1-4379-9AAE-0AEC51A105D6}"/>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4" name="">
            <a:extLst xmlns:a="http://schemas.openxmlformats.org/drawingml/2006/main">
              <a:ext uri="{FF2B5EF4-FFF2-40B4-BE49-F238E27FC236}">
                <a16:creationId xmlns:a16="http://schemas.microsoft.com/office/drawing/2014/main" id="{9F34C5C1-2EDB-4CF4-BF49-C52832942000}"/>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5" name="">
            <a:extLst xmlns:a="http://schemas.openxmlformats.org/drawingml/2006/main">
              <a:ext uri="{FF2B5EF4-FFF2-40B4-BE49-F238E27FC236}">
                <a16:creationId xmlns:a16="http://schemas.microsoft.com/office/drawing/2014/main" id="{A7BF7423-43C5-4FEA-A97C-C1AE96C31BA5}"/>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6" name="">
            <a:extLst xmlns:a="http://schemas.openxmlformats.org/drawingml/2006/main">
              <a:ext uri="{FF2B5EF4-FFF2-40B4-BE49-F238E27FC236}">
                <a16:creationId xmlns:a16="http://schemas.microsoft.com/office/drawing/2014/main" id="{C07AA656-9C86-432F-A6F6-4A1BC57DEA32}"/>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7" name="">
            <a:extLst xmlns:a="http://schemas.openxmlformats.org/drawingml/2006/main">
              <a:ext uri="{FF2B5EF4-FFF2-40B4-BE49-F238E27FC236}">
                <a16:creationId xmlns:a16="http://schemas.microsoft.com/office/drawing/2014/main" id="{7D1CD1CC-CBDC-46FB-9F65-EE55E6F2F0D4}"/>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8" name="">
            <a:extLst xmlns:a="http://schemas.openxmlformats.org/drawingml/2006/main">
              <a:ext uri="{FF2B5EF4-FFF2-40B4-BE49-F238E27FC236}">
                <a16:creationId xmlns:a16="http://schemas.microsoft.com/office/drawing/2014/main" id="{4BBBCD6E-685C-488B-AD4B-A9D7AA49A4F1}"/>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9" name="">
            <a:extLst xmlns:a="http://schemas.openxmlformats.org/drawingml/2006/main">
              <a:ext uri="{FF2B5EF4-FFF2-40B4-BE49-F238E27FC236}">
                <a16:creationId xmlns:a16="http://schemas.microsoft.com/office/drawing/2014/main" id="{479FEB9A-DCCB-4B19-BBAA-B0FD8FB96756}"/>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20" name="">
            <a:extLst xmlns:a="http://schemas.openxmlformats.org/drawingml/2006/main">
              <a:ext uri="{FF2B5EF4-FFF2-40B4-BE49-F238E27FC236}">
                <a16:creationId xmlns:a16="http://schemas.microsoft.com/office/drawing/2014/main" id="{C4F18EC2-F935-4912-A5CC-6ECF3BAE8E9E}"/>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5527789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43328B37-6966-491F-A2C5-C101EFDD5C59}"/>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FFD57EDC-49C2-4D55-83E7-8387B3FC82C0}"/>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13174E2C-2F2E-4972-8F80-E16FFBC5E1AE}"/>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232527AC-05F4-4C7E-8CFF-40B4B2104E0D}"/>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D4E9390E-9292-4837-9204-0C16327C13E2}"/>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6" name="">
            <a:extLst xmlns:a="http://schemas.openxmlformats.org/drawingml/2006/main">
              <a:ext uri="{FF2B5EF4-FFF2-40B4-BE49-F238E27FC236}">
                <a16:creationId xmlns:a16="http://schemas.microsoft.com/office/drawing/2014/main" id="{8FE3E777-56BE-4652-AE3E-BC9BB2EADC54}"/>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4BEC81C2-E087-4574-A964-97047D0B1497}"/>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8" name="">
            <a:extLst xmlns:a="http://schemas.openxmlformats.org/drawingml/2006/main">
              <a:ext uri="{FF2B5EF4-FFF2-40B4-BE49-F238E27FC236}">
                <a16:creationId xmlns:a16="http://schemas.microsoft.com/office/drawing/2014/main" id="{A3DF9518-0AB5-49B5-9C32-A9A729597F24}"/>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9" name="">
            <a:extLst xmlns:a="http://schemas.openxmlformats.org/drawingml/2006/main">
              <a:ext uri="{FF2B5EF4-FFF2-40B4-BE49-F238E27FC236}">
                <a16:creationId xmlns:a16="http://schemas.microsoft.com/office/drawing/2014/main" id="{3132DC66-4A75-4350-AAE2-CC06CBFAFFCA}"/>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10" name="">
            <a:extLst xmlns:a="http://schemas.openxmlformats.org/drawingml/2006/main">
              <a:ext uri="{FF2B5EF4-FFF2-40B4-BE49-F238E27FC236}">
                <a16:creationId xmlns:a16="http://schemas.microsoft.com/office/drawing/2014/main" id="{02F81BB5-8066-47A4-B79B-418876D98924}"/>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76B8A24E-2CAB-4E11-AF88-1A2D2C2DB669}"/>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2" name="">
            <a:extLst xmlns:a="http://schemas.openxmlformats.org/drawingml/2006/main">
              <a:ext uri="{FF2B5EF4-FFF2-40B4-BE49-F238E27FC236}">
                <a16:creationId xmlns:a16="http://schemas.microsoft.com/office/drawing/2014/main" id="{BD6DCF21-F25A-4C47-BC3C-6BC84AE36593}"/>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3" name="">
            <a:extLst xmlns:a="http://schemas.openxmlformats.org/drawingml/2006/main">
              <a:ext uri="{FF2B5EF4-FFF2-40B4-BE49-F238E27FC236}">
                <a16:creationId xmlns:a16="http://schemas.microsoft.com/office/drawing/2014/main" id="{9DA504D3-DDD2-4856-B5D9-5A3D247DDA29}"/>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4" name="">
            <a:extLst xmlns:a="http://schemas.openxmlformats.org/drawingml/2006/main">
              <a:ext uri="{FF2B5EF4-FFF2-40B4-BE49-F238E27FC236}">
                <a16:creationId xmlns:a16="http://schemas.microsoft.com/office/drawing/2014/main" id="{FB6692FD-9178-49FB-9E87-2B7B3CD74615}"/>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5" name="">
            <a:extLst xmlns:a="http://schemas.openxmlformats.org/drawingml/2006/main">
              <a:ext uri="{FF2B5EF4-FFF2-40B4-BE49-F238E27FC236}">
                <a16:creationId xmlns:a16="http://schemas.microsoft.com/office/drawing/2014/main" id="{7387BB84-5FFE-488C-807F-F749E8430B01}"/>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6" name="">
            <a:extLst xmlns:a="http://schemas.openxmlformats.org/drawingml/2006/main">
              <a:ext uri="{FF2B5EF4-FFF2-40B4-BE49-F238E27FC236}">
                <a16:creationId xmlns:a16="http://schemas.microsoft.com/office/drawing/2014/main" id="{2E43B86A-382B-4B69-8951-B6708BAA8F99}"/>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7" name="">
            <a:extLst xmlns:a="http://schemas.openxmlformats.org/drawingml/2006/main">
              <a:ext uri="{FF2B5EF4-FFF2-40B4-BE49-F238E27FC236}">
                <a16:creationId xmlns:a16="http://schemas.microsoft.com/office/drawing/2014/main" id="{19CA5F34-F14B-461A-8DE6-E3658D344003}"/>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9" name=""/>
          <p:cNvCxnSpPr>
            <a:stCxn xmlns:a="http://schemas.openxmlformats.org/drawingml/2006/main" id="10" idx="3"/>
            <a:endCxn xmlns:a="http://schemas.openxmlformats.org/drawingml/2006/main" id="14"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0" name="">
            <a:extLst xmlns:a="http://schemas.openxmlformats.org/drawingml/2006/main">
              <a:ext uri="{FF2B5EF4-FFF2-40B4-BE49-F238E27FC236}">
                <a16:creationId xmlns:a16="http://schemas.microsoft.com/office/drawing/2014/main" id="{1611AA90-E180-43EA-B7DE-481C07695D9C}"/>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2532F632-52FB-4C0A-9FBD-F5C1A9CCF322}"/>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2" name="">
            <a:extLst xmlns:a="http://schemas.openxmlformats.org/drawingml/2006/main">
              <a:ext uri="{FF2B5EF4-FFF2-40B4-BE49-F238E27FC236}">
                <a16:creationId xmlns:a16="http://schemas.microsoft.com/office/drawing/2014/main" id="{3727F20F-5566-4457-8DC4-3E3275F91855}"/>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6891E3E4-84AF-4C1C-86CF-99AE32D014FB}"/>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4" name="">
            <a:extLst xmlns:a="http://schemas.openxmlformats.org/drawingml/2006/main">
              <a:ext uri="{FF2B5EF4-FFF2-40B4-BE49-F238E27FC236}">
                <a16:creationId xmlns:a16="http://schemas.microsoft.com/office/drawing/2014/main" id="{679C3751-62AB-4495-9672-EC6C51B69320}"/>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05382EC9-B454-497B-90C7-E1A3698F7CDA}"/>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6" name="">
            <a:extLst xmlns:a="http://schemas.openxmlformats.org/drawingml/2006/main">
              <a:ext uri="{FF2B5EF4-FFF2-40B4-BE49-F238E27FC236}">
                <a16:creationId xmlns:a16="http://schemas.microsoft.com/office/drawing/2014/main" id="{1D13DFB3-E37C-40CD-8306-65AE2B443A70}"/>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43AF5B8E-695C-42B3-A9C9-1A32D706F2CB}"/>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8" name="">
            <a:extLst xmlns:a="http://schemas.openxmlformats.org/drawingml/2006/main">
              <a:ext uri="{FF2B5EF4-FFF2-40B4-BE49-F238E27FC236}">
                <a16:creationId xmlns:a16="http://schemas.microsoft.com/office/drawing/2014/main" id="{263E73DC-E169-49D1-A6F9-2E4CC089A7CC}"/>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CACE17D9-F0DA-49FD-91B6-ED5A37899909}"/>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30" name="">
            <a:extLst xmlns:a="http://schemas.openxmlformats.org/drawingml/2006/main">
              <a:ext uri="{FF2B5EF4-FFF2-40B4-BE49-F238E27FC236}">
                <a16:creationId xmlns:a16="http://schemas.microsoft.com/office/drawing/2014/main" id="{931355D4-D75C-4B9D-B69E-1BE6B2AB88A2}"/>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12162962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E5987D1C-03FB-4B63-90A8-2D294127059C}"/>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CF99A840-40DD-490F-A800-EE932FF9383F}"/>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3EC8B7BB-8A27-4BC6-AF7E-3AA1104B4F2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105D8DD-6326-4F39-A9A1-3F235167A4E4}"/>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DD49C0FB-B83C-4F03-9E48-003DAAEAD06F}"/>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6" name="">
            <a:extLst xmlns:a="http://schemas.openxmlformats.org/drawingml/2006/main">
              <a:ext uri="{FF2B5EF4-FFF2-40B4-BE49-F238E27FC236}">
                <a16:creationId xmlns:a16="http://schemas.microsoft.com/office/drawing/2014/main" id="{A116C5BD-9F06-4E74-8884-A21F97FA8FA6}"/>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7" name="">
            <a:extLst xmlns:a="http://schemas.openxmlformats.org/drawingml/2006/main">
              <a:ext uri="{FF2B5EF4-FFF2-40B4-BE49-F238E27FC236}">
                <a16:creationId xmlns:a16="http://schemas.microsoft.com/office/drawing/2014/main" id="{932954FA-5C85-4129-82C9-1825002B0E62}"/>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8" name="">
            <a:extLst xmlns:a="http://schemas.openxmlformats.org/drawingml/2006/main">
              <a:ext uri="{FF2B5EF4-FFF2-40B4-BE49-F238E27FC236}">
                <a16:creationId xmlns:a16="http://schemas.microsoft.com/office/drawing/2014/main" id="{0EB9AF0F-D21C-46CC-A150-C2DF2DE6BAAE}"/>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9" name="">
            <a:extLst xmlns:a="http://schemas.openxmlformats.org/drawingml/2006/main">
              <a:ext uri="{FF2B5EF4-FFF2-40B4-BE49-F238E27FC236}">
                <a16:creationId xmlns:a16="http://schemas.microsoft.com/office/drawing/2014/main" id="{E10DDB5D-33A1-4EAD-B450-FD82EB5DE8CE}"/>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1A141108-63E5-4BE1-9EA9-35314603CC48}"/>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1" name="">
            <a:extLst xmlns:a="http://schemas.openxmlformats.org/drawingml/2006/main">
              <a:ext uri="{FF2B5EF4-FFF2-40B4-BE49-F238E27FC236}">
                <a16:creationId xmlns:a16="http://schemas.microsoft.com/office/drawing/2014/main" id="{5E58D349-D5FD-4B8D-AA8D-E8A1AF4AB84A}"/>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2" name="">
            <a:extLst xmlns:a="http://schemas.openxmlformats.org/drawingml/2006/main">
              <a:ext uri="{FF2B5EF4-FFF2-40B4-BE49-F238E27FC236}">
                <a16:creationId xmlns:a16="http://schemas.microsoft.com/office/drawing/2014/main" id="{675EB1FC-DD43-4DD0-AD43-A2C5B9B12C0A}"/>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3" name="">
            <a:extLst xmlns:a="http://schemas.openxmlformats.org/drawingml/2006/main">
              <a:ext uri="{FF2B5EF4-FFF2-40B4-BE49-F238E27FC236}">
                <a16:creationId xmlns:a16="http://schemas.microsoft.com/office/drawing/2014/main" id="{FD9FF1D1-4CF6-4DC2-9B1F-5D4577812756}"/>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4" name="">
            <a:extLst xmlns:a="http://schemas.openxmlformats.org/drawingml/2006/main">
              <a:ext uri="{FF2B5EF4-FFF2-40B4-BE49-F238E27FC236}">
                <a16:creationId xmlns:a16="http://schemas.microsoft.com/office/drawing/2014/main" id="{53A58807-FF67-4056-9878-8BB77A30BB5A}"/>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5" name="">
            <a:extLst xmlns:a="http://schemas.openxmlformats.org/drawingml/2006/main">
              <a:ext uri="{FF2B5EF4-FFF2-40B4-BE49-F238E27FC236}">
                <a16:creationId xmlns:a16="http://schemas.microsoft.com/office/drawing/2014/main" id="{569EDCEE-4296-45FF-ACA2-EB4529F42AA3}"/>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6" name="">
            <a:extLst xmlns:a="http://schemas.openxmlformats.org/drawingml/2006/main">
              <a:ext uri="{FF2B5EF4-FFF2-40B4-BE49-F238E27FC236}">
                <a16:creationId xmlns:a16="http://schemas.microsoft.com/office/drawing/2014/main" id="{6097BE16-0C00-4CFC-9389-798B062D17ED}"/>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7" name="">
            <a:extLst xmlns:a="http://schemas.openxmlformats.org/drawingml/2006/main">
              <a:ext uri="{FF2B5EF4-FFF2-40B4-BE49-F238E27FC236}">
                <a16:creationId xmlns:a16="http://schemas.microsoft.com/office/drawing/2014/main" id="{33BE508E-2EFC-4825-AFAE-3537C92670AC}"/>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8" name="">
            <a:extLst xmlns:a="http://schemas.openxmlformats.org/drawingml/2006/main">
              <a:ext uri="{FF2B5EF4-FFF2-40B4-BE49-F238E27FC236}">
                <a16:creationId xmlns:a16="http://schemas.microsoft.com/office/drawing/2014/main" id="{99097ADB-60F9-41F5-B36F-A467C166B791}"/>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9" name="">
            <a:extLst xmlns:a="http://schemas.openxmlformats.org/drawingml/2006/main">
              <a:ext uri="{FF2B5EF4-FFF2-40B4-BE49-F238E27FC236}">
                <a16:creationId xmlns:a16="http://schemas.microsoft.com/office/drawing/2014/main" id="{D3D9891D-7155-4746-99AE-7DCEF333F2CD}"/>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20" name="">
            <a:extLst xmlns:a="http://schemas.openxmlformats.org/drawingml/2006/main">
              <a:ext uri="{FF2B5EF4-FFF2-40B4-BE49-F238E27FC236}">
                <a16:creationId xmlns:a16="http://schemas.microsoft.com/office/drawing/2014/main" id="{72D83657-3B24-41BA-9D5E-C99D8AC85BE4}"/>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1" name="">
            <a:extLst xmlns:a="http://schemas.openxmlformats.org/drawingml/2006/main">
              <a:ext uri="{FF2B5EF4-FFF2-40B4-BE49-F238E27FC236}">
                <a16:creationId xmlns:a16="http://schemas.microsoft.com/office/drawing/2014/main" id="{0ABE85BC-E7CF-4FCF-AEAA-4462FF6F8197}"/>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3385343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E82C03C-A159-4E5E-AE30-258129BF767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7A89DD8C-418D-44CD-BE09-AE779C5CFB4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CD2AE1E3-D771-4F25-8AC2-9BDCB0E20566}"/>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CF491722-BCAE-43B9-B017-6D047EBA1C9B}"/>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5" name="">
            <a:extLst xmlns:a="http://schemas.openxmlformats.org/drawingml/2006/main">
              <a:ext uri="{FF2B5EF4-FFF2-40B4-BE49-F238E27FC236}">
                <a16:creationId xmlns:a16="http://schemas.microsoft.com/office/drawing/2014/main" id="{FECFDAD1-2625-4B40-AC42-48327B1B0A8C}"/>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6" name="">
            <a:extLst xmlns:a="http://schemas.openxmlformats.org/drawingml/2006/main">
              <a:ext uri="{FF2B5EF4-FFF2-40B4-BE49-F238E27FC236}">
                <a16:creationId xmlns:a16="http://schemas.microsoft.com/office/drawing/2014/main" id="{E6B6D829-6F66-473C-BE42-D9FF7C34A8C8}"/>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7" name="">
            <a:extLst xmlns:a="http://schemas.openxmlformats.org/drawingml/2006/main">
              <a:ext uri="{FF2B5EF4-FFF2-40B4-BE49-F238E27FC236}">
                <a16:creationId xmlns:a16="http://schemas.microsoft.com/office/drawing/2014/main" id="{ACA3FA95-2D75-4A18-B3B5-7C50FC33DCF2}"/>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8" name="">
            <a:extLst xmlns:a="http://schemas.openxmlformats.org/drawingml/2006/main">
              <a:ext uri="{FF2B5EF4-FFF2-40B4-BE49-F238E27FC236}">
                <a16:creationId xmlns:a16="http://schemas.microsoft.com/office/drawing/2014/main" id="{1E02B23E-1E35-4E8F-9D60-730E20999A12}"/>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9" name="">
            <a:extLst xmlns:a="http://schemas.openxmlformats.org/drawingml/2006/main">
              <a:ext uri="{FF2B5EF4-FFF2-40B4-BE49-F238E27FC236}">
                <a16:creationId xmlns:a16="http://schemas.microsoft.com/office/drawing/2014/main" id="{F4985F44-703D-4112-97AB-FD956750EDE2}"/>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10" name="">
            <a:extLst xmlns:a="http://schemas.openxmlformats.org/drawingml/2006/main">
              <a:ext uri="{FF2B5EF4-FFF2-40B4-BE49-F238E27FC236}">
                <a16:creationId xmlns:a16="http://schemas.microsoft.com/office/drawing/2014/main" id="{BEAD3BCE-E34F-4F8E-BF9B-6560A6A5C7DD}"/>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1" name="">
            <a:extLst xmlns:a="http://schemas.openxmlformats.org/drawingml/2006/main">
              <a:ext uri="{FF2B5EF4-FFF2-40B4-BE49-F238E27FC236}">
                <a16:creationId xmlns:a16="http://schemas.microsoft.com/office/drawing/2014/main" id="{7A9445DB-A262-465B-9E30-4CEF04028D43}"/>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18187707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EBBD4BDB-218C-4C5D-B024-DE48562B1558}"/>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21867F88-7766-409E-860F-9B0581A3197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CB4E2DA9-8F40-4FA7-85D0-A86C4C15581E}"/>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050C3A1-F4E1-4BF1-A857-5627BB7F9040}"/>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346B5167-8B57-4A28-ACDE-E22C99FBAA7A}"/>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3AF8C372-110E-47B7-B903-AC050B1DD095}"/>
              </a:ext>
            </a:extLst>
          </p:cNvPr>
          <p:cNvSpPr>
            <a:spLocks xmlns:a="http://schemas.openxmlformats.org/drawingml/2006/main" noGrp="1"/>
          </p:cNvSpPr>
          <p:nvPr/>
        </p:nvSpPr>
        <p:spPr>
          <a:xfrm xmlns:a="http://schemas.openxmlformats.org/drawingml/2006/main">
            <a:off x="1371600" y="1562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7" name="">
            <a:extLst xmlns:a="http://schemas.openxmlformats.org/drawingml/2006/main">
              <a:ext uri="{FF2B5EF4-FFF2-40B4-BE49-F238E27FC236}">
                <a16:creationId xmlns:a16="http://schemas.microsoft.com/office/drawing/2014/main" id="{66F59549-FFDC-4423-8688-7E6171291C13}"/>
              </a:ext>
            </a:extLst>
          </p:cNvPr>
          <p:cNvSpPr>
            <a:spLocks xmlns:a="http://schemas.openxmlformats.org/drawingml/2006/main" noGrp="1"/>
          </p:cNvSpPr>
          <p:nvPr/>
        </p:nvSpPr>
        <p:spPr>
          <a:xfrm xmlns:a="http://schemas.openxmlformats.org/drawingml/2006/main">
            <a:off x="4000500" y="15621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8" name="">
            <a:extLst xmlns:a="http://schemas.openxmlformats.org/drawingml/2006/main">
              <a:ext uri="{FF2B5EF4-FFF2-40B4-BE49-F238E27FC236}">
                <a16:creationId xmlns:a16="http://schemas.microsoft.com/office/drawing/2014/main" id="{7D2F492D-F13C-4E22-8756-39C8437AF26A}"/>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CF01E81-1C6C-4459-99B8-C5BBB8BBF27F}"/>
              </a:ext>
            </a:extLst>
          </p:cNvPr>
          <p:cNvSpPr>
            <a:spLocks xmlns:a="http://schemas.openxmlformats.org/drawingml/2006/main" noGrp="1"/>
          </p:cNvSpPr>
          <p:nvPr/>
        </p:nvSpPr>
        <p:spPr>
          <a:xfrm xmlns:a="http://schemas.openxmlformats.org/drawingml/2006/main">
            <a:off x="1371600" y="24574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10" name="">
            <a:extLst xmlns:a="http://schemas.openxmlformats.org/drawingml/2006/main">
              <a:ext uri="{FF2B5EF4-FFF2-40B4-BE49-F238E27FC236}">
                <a16:creationId xmlns:a16="http://schemas.microsoft.com/office/drawing/2014/main" id="{9B340A44-6617-422B-A6F6-13120E46D1BC}"/>
              </a:ext>
            </a:extLst>
          </p:cNvPr>
          <p:cNvSpPr>
            <a:spLocks xmlns:a="http://schemas.openxmlformats.org/drawingml/2006/main" noGrp="1"/>
          </p:cNvSpPr>
          <p:nvPr/>
        </p:nvSpPr>
        <p:spPr>
          <a:xfrm xmlns:a="http://schemas.openxmlformats.org/drawingml/2006/main">
            <a:off x="4000500" y="24574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1" name="">
            <a:extLst xmlns:a="http://schemas.openxmlformats.org/drawingml/2006/main">
              <a:ext uri="{FF2B5EF4-FFF2-40B4-BE49-F238E27FC236}">
                <a16:creationId xmlns:a16="http://schemas.microsoft.com/office/drawing/2014/main" id="{DB0F96C9-0478-41CD-932B-BE64CE1082E6}"/>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A6267A92-21FB-4AB6-B7E4-587FFD9CD8DF}"/>
              </a:ext>
            </a:extLst>
          </p:cNvPr>
          <p:cNvSpPr>
            <a:spLocks xmlns:a="http://schemas.openxmlformats.org/drawingml/2006/main" noGrp="1"/>
          </p:cNvSpPr>
          <p:nvPr/>
        </p:nvSpPr>
        <p:spPr>
          <a:xfrm xmlns:a="http://schemas.openxmlformats.org/drawingml/2006/main">
            <a:off x="1371600" y="33528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3" name="">
            <a:extLst xmlns:a="http://schemas.openxmlformats.org/drawingml/2006/main">
              <a:ext uri="{FF2B5EF4-FFF2-40B4-BE49-F238E27FC236}">
                <a16:creationId xmlns:a16="http://schemas.microsoft.com/office/drawing/2014/main" id="{84830C91-C374-4E55-B557-685DE5D4739A}"/>
              </a:ext>
            </a:extLst>
          </p:cNvPr>
          <p:cNvSpPr>
            <a:spLocks xmlns:a="http://schemas.openxmlformats.org/drawingml/2006/main" noGrp="1"/>
          </p:cNvSpPr>
          <p:nvPr/>
        </p:nvSpPr>
        <p:spPr>
          <a:xfrm xmlns:a="http://schemas.openxmlformats.org/drawingml/2006/main">
            <a:off x="4000500" y="33528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4" name="">
            <a:extLst xmlns:a="http://schemas.openxmlformats.org/drawingml/2006/main">
              <a:ext uri="{FF2B5EF4-FFF2-40B4-BE49-F238E27FC236}">
                <a16:creationId xmlns:a16="http://schemas.microsoft.com/office/drawing/2014/main" id="{A36CD73A-356E-4E77-8365-F92A70A86432}"/>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C900DD7-BD9E-492F-94A2-E563FBD1B461}"/>
              </a:ext>
            </a:extLst>
          </p:cNvPr>
          <p:cNvSpPr>
            <a:spLocks xmlns:a="http://schemas.openxmlformats.org/drawingml/2006/main" noGrp="1"/>
          </p:cNvSpPr>
          <p:nvPr/>
        </p:nvSpPr>
        <p:spPr>
          <a:xfrm xmlns:a="http://schemas.openxmlformats.org/drawingml/2006/main">
            <a:off x="1371600" y="4248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CC234EB1-910F-4AEA-B63C-2578F61B541C}"/>
              </a:ext>
            </a:extLst>
          </p:cNvPr>
          <p:cNvSpPr>
            <a:spLocks xmlns:a="http://schemas.openxmlformats.org/drawingml/2006/main" noGrp="1"/>
          </p:cNvSpPr>
          <p:nvPr/>
        </p:nvSpPr>
        <p:spPr>
          <a:xfrm xmlns:a="http://schemas.openxmlformats.org/drawingml/2006/main">
            <a:off x="4000500" y="42481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7" name="">
            <a:extLst xmlns:a="http://schemas.openxmlformats.org/drawingml/2006/main">
              <a:ext uri="{FF2B5EF4-FFF2-40B4-BE49-F238E27FC236}">
                <a16:creationId xmlns:a16="http://schemas.microsoft.com/office/drawing/2014/main" id="{179A37E9-47E1-44CD-81D7-C83F3B1D051C}"/>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F94C7929-03E5-4E33-9890-A430AA8FEB55}"/>
              </a:ext>
            </a:extLst>
          </p:cNvPr>
          <p:cNvSpPr>
            <a:spLocks xmlns:a="http://schemas.openxmlformats.org/drawingml/2006/main" noGrp="1"/>
          </p:cNvSpPr>
          <p:nvPr/>
        </p:nvSpPr>
        <p:spPr>
          <a:xfrm xmlns:a="http://schemas.openxmlformats.org/drawingml/2006/main">
            <a:off x="1371600" y="5143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9" name="">
            <a:extLst xmlns:a="http://schemas.openxmlformats.org/drawingml/2006/main">
              <a:ext uri="{FF2B5EF4-FFF2-40B4-BE49-F238E27FC236}">
                <a16:creationId xmlns:a16="http://schemas.microsoft.com/office/drawing/2014/main" id="{369CB201-2346-493D-B694-D149BB996AC5}"/>
              </a:ext>
            </a:extLst>
          </p:cNvPr>
          <p:cNvSpPr>
            <a:spLocks xmlns:a="http://schemas.openxmlformats.org/drawingml/2006/main" noGrp="1"/>
          </p:cNvSpPr>
          <p:nvPr/>
        </p:nvSpPr>
        <p:spPr>
          <a:xfrm xmlns:a="http://schemas.openxmlformats.org/drawingml/2006/main">
            <a:off x="4000500" y="51435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20" name="">
            <a:extLst xmlns:a="http://schemas.openxmlformats.org/drawingml/2006/main">
              <a:ext uri="{FF2B5EF4-FFF2-40B4-BE49-F238E27FC236}">
                <a16:creationId xmlns:a16="http://schemas.microsoft.com/office/drawing/2014/main" id="{30743B1D-48AC-40A9-BFF7-E7652A7506C3}"/>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15347136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FAACA0-70E3-4EA7-A358-8C7E7BFDBC2E}"/>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1A226705-5D83-4974-A1F0-BF36D7A40337}"/>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48582C56-221F-494C-84A2-C85DCBC38D70}"/>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FE35DF68-2A2B-453D-826B-89F3027032AF}"/>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0725DAE8-7D4A-43FB-AF16-A3184D6B4321}"/>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FA30D93A-7A5B-4665-96F5-C454C0A12B98}"/>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1359502740"/>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2026-09-04T17:56:14.3100000Z</dcterms:created>
  <dcterms:modified xsi:type="dcterms:W3CDTF">2026-09-04T17:56:14.3100000Z</dcterms:modified>
</coreProperties>
</file>