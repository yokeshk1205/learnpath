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e8ebd3412d46ac" /><Relationship Type="http://schemas.openxmlformats.org/officeDocument/2006/relationships/extended-properties" Target="/docProps/app.xml" Id="R68dc0931fa53400c" /><Relationship Type="http://schemas.openxmlformats.org/officeDocument/2006/relationships/officeDocument" Target="/ppt/presentation.xml" Id="Rcf27cdcf117246a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1c3decde0184912"/>
  </p:sldMasterIdLst>
  <p:notesMasterIdLst>
    <p:notesMasterId xmlns:r="http://schemas.openxmlformats.org/officeDocument/2006/relationships" r:id="R96af4475fcae4887"/>
  </p:notesMasterIdLst>
  <p:sldIdLst>
    <p:sldId xmlns:r="http://schemas.openxmlformats.org/officeDocument/2006/relationships" id="256" r:id="Rbbe1075791b3409c"/>
    <p:sldId xmlns:r="http://schemas.openxmlformats.org/officeDocument/2006/relationships" id="257" r:id="Rb334df1573d14057"/>
    <p:sldId xmlns:r="http://schemas.openxmlformats.org/officeDocument/2006/relationships" id="258" r:id="R73eeb9cae3d94013"/>
    <p:sldId xmlns:r="http://schemas.openxmlformats.org/officeDocument/2006/relationships" id="259" r:id="R76d1f86cf78b4fc6"/>
    <p:sldId xmlns:r="http://schemas.openxmlformats.org/officeDocument/2006/relationships" id="260" r:id="R4b7dfd545e5d4010"/>
    <p:sldId xmlns:r="http://schemas.openxmlformats.org/officeDocument/2006/relationships" id="261" r:id="Reedfa796810e4e15"/>
    <p:sldId xmlns:r="http://schemas.openxmlformats.org/officeDocument/2006/relationships" id="262" r:id="Re0da44996adf47ff"/>
    <p:sldId xmlns:r="http://schemas.openxmlformats.org/officeDocument/2006/relationships" id="263" r:id="R2b64aa1f36d640f0"/>
    <p:sldId xmlns:r="http://schemas.openxmlformats.org/officeDocument/2006/relationships" id="264" r:id="R90bb969b385e4a5f"/>
    <p:sldId xmlns:r="http://schemas.openxmlformats.org/officeDocument/2006/relationships" id="265" r:id="Ra1df6401b79f42b7"/>
    <p:sldId xmlns:r="http://schemas.openxmlformats.org/officeDocument/2006/relationships" id="266" r:id="R586d9d7e0dc94c96"/>
    <p:sldId xmlns:r="http://schemas.openxmlformats.org/officeDocument/2006/relationships" id="267" r:id="R04fc3f26051646b8"/>
    <p:sldId xmlns:r="http://schemas.openxmlformats.org/officeDocument/2006/relationships" id="268" r:id="R5dd755797a924d81"/>
    <p:sldId xmlns:r="http://schemas.openxmlformats.org/officeDocument/2006/relationships" id="269" r:id="R39c343f532e046f5"/>
    <p:sldId xmlns:r="http://schemas.openxmlformats.org/officeDocument/2006/relationships" id="270" r:id="R6a37cac6b9234f62"/>
    <p:sldId xmlns:r="http://schemas.openxmlformats.org/officeDocument/2006/relationships" id="271" r:id="Ra1e8a116d52341cc"/>
    <p:sldId xmlns:r="http://schemas.openxmlformats.org/officeDocument/2006/relationships" id="272" r:id="R78724ff74f904260"/>
  </p:sldIdLst>
  <p:sldSz cx="12192000" cy="6858000"/>
  <p:notesSz cx="6858000" cy="9144000"/>
  <p:embeddedFontLst>
    <p:embeddedFont>
      <p:font typeface="OpenAI Sans"/>
      <p:regular xmlns:r="http://schemas.openxmlformats.org/officeDocument/2006/relationships" r:id="R3a65b15a78c5482a"/>
      <p:bold xmlns:r="http://schemas.openxmlformats.org/officeDocument/2006/relationships" r:id="R32c67afac049485c"/>
      <p:italic xmlns:r="http://schemas.openxmlformats.org/officeDocument/2006/relationships" r:id="R76b92d5d22aa4bbe"/>
      <p:boldItalic xmlns:r="http://schemas.openxmlformats.org/officeDocument/2006/relationships" r:id="Raa97faff3d174b7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bb61c1132fc417a" /><Relationship Type="http://schemas.openxmlformats.org/officeDocument/2006/relationships/slideMaster" Target="/ppt/slideMasters/slideMaster1.xml" Id="Rf1c3decde0184912" /><Relationship Type="http://schemas.openxmlformats.org/officeDocument/2006/relationships/notesMaster" Target="/ppt/notesMasters/notesMaster1.xml" Id="R96af4475fcae4887" /><Relationship Type="http://schemas.openxmlformats.org/officeDocument/2006/relationships/presProps" Target="/ppt/presProps.xml" Id="R453bffd9c15d4886" /><Relationship Type="http://schemas.openxmlformats.org/officeDocument/2006/relationships/viewProps" Target="/ppt/viewProps.xml" Id="R065e7025ecb4441a" /><Relationship Type="http://schemas.openxmlformats.org/officeDocument/2006/relationships/tableStyles" Target="/ppt/tableStyles.xml" Id="Rc0b48dba4d6e4814" /><Relationship Type="http://schemas.openxmlformats.org/officeDocument/2006/relationships/font" Target="/ppt/fonts/font.dat" Id="R3a65b15a78c5482a" /><Relationship Type="http://schemas.openxmlformats.org/officeDocument/2006/relationships/font" Target="/ppt/fonts/font2.dat" Id="R32c67afac049485c" /><Relationship Type="http://schemas.openxmlformats.org/officeDocument/2006/relationships/font" Target="/ppt/fonts/font3.dat" Id="R76b92d5d22aa4bbe" /><Relationship Type="http://schemas.openxmlformats.org/officeDocument/2006/relationships/font" Target="/ppt/fonts/font4.dat" Id="Raa97faff3d174b7f" /><Relationship Type="http://schemas.openxmlformats.org/officeDocument/2006/relationships/slide" Target="/ppt/slides/slide1.xml" Id="Rbbe1075791b3409c" /><Relationship Type="http://schemas.openxmlformats.org/officeDocument/2006/relationships/slide" Target="/ppt/slides/slide2.xml" Id="Rb334df1573d14057" /><Relationship Type="http://schemas.openxmlformats.org/officeDocument/2006/relationships/slide" Target="/ppt/slides/slide3.xml" Id="R73eeb9cae3d94013" /><Relationship Type="http://schemas.openxmlformats.org/officeDocument/2006/relationships/slide" Target="/ppt/slides/slide4.xml" Id="R76d1f86cf78b4fc6" /><Relationship Type="http://schemas.openxmlformats.org/officeDocument/2006/relationships/slide" Target="/ppt/slides/slide5.xml" Id="R4b7dfd545e5d4010" /><Relationship Type="http://schemas.openxmlformats.org/officeDocument/2006/relationships/slide" Target="/ppt/slides/slide6.xml" Id="Reedfa796810e4e15" /><Relationship Type="http://schemas.openxmlformats.org/officeDocument/2006/relationships/slide" Target="/ppt/slides/slide7.xml" Id="Re0da44996adf47ff" /><Relationship Type="http://schemas.openxmlformats.org/officeDocument/2006/relationships/slide" Target="/ppt/slides/slide8.xml" Id="R2b64aa1f36d640f0" /><Relationship Type="http://schemas.openxmlformats.org/officeDocument/2006/relationships/slide" Target="/ppt/slides/slide9.xml" Id="R90bb969b385e4a5f" /><Relationship Type="http://schemas.openxmlformats.org/officeDocument/2006/relationships/slide" Target="/ppt/slides/slide10.xml" Id="Ra1df6401b79f42b7" /><Relationship Type="http://schemas.openxmlformats.org/officeDocument/2006/relationships/slide" Target="/ppt/slides/slide11.xml" Id="R586d9d7e0dc94c96" /><Relationship Type="http://schemas.openxmlformats.org/officeDocument/2006/relationships/slide" Target="/ppt/slides/slide12.xml" Id="R04fc3f26051646b8" /><Relationship Type="http://schemas.openxmlformats.org/officeDocument/2006/relationships/slide" Target="/ppt/slides/slide13.xml" Id="R5dd755797a924d81" /><Relationship Type="http://schemas.openxmlformats.org/officeDocument/2006/relationships/slide" Target="/ppt/slides/slide14.xml" Id="R39c343f532e046f5" /><Relationship Type="http://schemas.openxmlformats.org/officeDocument/2006/relationships/slide" Target="/ppt/slides/slide15.xml" Id="R6a37cac6b9234f62" /><Relationship Type="http://schemas.openxmlformats.org/officeDocument/2006/relationships/slide" Target="/ppt/slides/slide16.xml" Id="Ra1e8a116d52341cc" /><Relationship Type="http://schemas.openxmlformats.org/officeDocument/2006/relationships/slide" Target="/ppt/slides/slide17.xml" Id="R78724ff74f9042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d2c2efbbb341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877103c5434fb6" /><Relationship Type="http://schemas.openxmlformats.org/officeDocument/2006/relationships/notesMaster" Target="/ppt/notesMasters/notesMaster1.xml" Id="R42ee86ef26874a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e56cc28efa44a4" /><Relationship Type="http://schemas.openxmlformats.org/officeDocument/2006/relationships/notesMaster" Target="/ppt/notesMasters/notesMaster1.xml" Id="R4dd701ced0064d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6368684030448c" /><Relationship Type="http://schemas.openxmlformats.org/officeDocument/2006/relationships/notesMaster" Target="/ppt/notesMasters/notesMaster1.xml" Id="R0eb3931775cd4c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4a42e21d7c4fec" /><Relationship Type="http://schemas.openxmlformats.org/officeDocument/2006/relationships/notesMaster" Target="/ppt/notesMasters/notesMaster1.xml" Id="R693d114a872e4f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06b3b1d2bb4dd1" /><Relationship Type="http://schemas.openxmlformats.org/officeDocument/2006/relationships/notesMaster" Target="/ppt/notesMasters/notesMaster1.xml" Id="R4b8ff744defd43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e66b544cff4c0b" /><Relationship Type="http://schemas.openxmlformats.org/officeDocument/2006/relationships/notesMaster" Target="/ppt/notesMasters/notesMaster1.xml" Id="R1e1a1e2e95544d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a2009ebf2f44ce" /><Relationship Type="http://schemas.openxmlformats.org/officeDocument/2006/relationships/notesMaster" Target="/ppt/notesMasters/notesMaster1.xml" Id="R1e38a4a318b042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c022363fa7433e" /><Relationship Type="http://schemas.openxmlformats.org/officeDocument/2006/relationships/notesMaster" Target="/ppt/notesMasters/notesMaster1.xml" Id="Red6e53d49ecb40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b2cded8e704c67" /><Relationship Type="http://schemas.openxmlformats.org/officeDocument/2006/relationships/notesMaster" Target="/ppt/notesMasters/notesMaster1.xml" Id="R8a32eae6b13a46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d4ab65b6254556" /><Relationship Type="http://schemas.openxmlformats.org/officeDocument/2006/relationships/notesMaster" Target="/ppt/notesMasters/notesMaster1.xml" Id="R0302ea18f79c4b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69b05e7f0e4dd1" /><Relationship Type="http://schemas.openxmlformats.org/officeDocument/2006/relationships/notesMaster" Target="/ppt/notesMasters/notesMaster1.xml" Id="Re34ec278aad048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2481a8d3714b50" /><Relationship Type="http://schemas.openxmlformats.org/officeDocument/2006/relationships/notesMaster" Target="/ppt/notesMasters/notesMaster1.xml" Id="R05487f4d56b34d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4ef8be63f54f8e" /><Relationship Type="http://schemas.openxmlformats.org/officeDocument/2006/relationships/notesMaster" Target="/ppt/notesMasters/notesMaster1.xml" Id="Rfc612cceeefd4f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97aa5c5fb143f8" /><Relationship Type="http://schemas.openxmlformats.org/officeDocument/2006/relationships/notesMaster" Target="/ppt/notesMasters/notesMaster1.xml" Id="R7507ccad5f8c4d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697163a7974cfd" /><Relationship Type="http://schemas.openxmlformats.org/officeDocument/2006/relationships/notesMaster" Target="/ppt/notesMasters/notesMaster1.xml" Id="Rd1719e828e7d45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7b7c6ef5e04a21" /><Relationship Type="http://schemas.openxmlformats.org/officeDocument/2006/relationships/notesMaster" Target="/ppt/notesMasters/notesMaster1.xml" Id="R916d6859d0ca4a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cbd01053434ecc" /><Relationship Type="http://schemas.openxmlformats.org/officeDocument/2006/relationships/notesMaster" Target="/ppt/notesMasters/notesMaster1.xml" Id="R43b129d7cf3d47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23ad4600c945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b8530eaa3046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2d9d258a5549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892d63719d45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d804fb258847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5fa55ee862421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78b9e5c0c6e45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d8709260434ef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280e4f37cb41be" /><Relationship Type="http://schemas.openxmlformats.org/officeDocument/2006/relationships/slideLayout" Target="/ppt/slideLayouts/slideLayout1.xml" Id="Rb8e3924df25241ba" /><Relationship Type="http://schemas.openxmlformats.org/officeDocument/2006/relationships/slideLayout" Target="/ppt/slideLayouts/slideLayout2.xml" Id="Rbe9061a545fc4f1a" /><Relationship Type="http://schemas.openxmlformats.org/officeDocument/2006/relationships/slideLayout" Target="/ppt/slideLayouts/slideLayout3.xml" Id="R7562cae09ca4410e" /><Relationship Type="http://schemas.openxmlformats.org/officeDocument/2006/relationships/slideLayout" Target="/ppt/slideLayouts/slideLayout4.xml" Id="R6246614659b24012" /><Relationship Type="http://schemas.openxmlformats.org/officeDocument/2006/relationships/slideLayout" Target="/ppt/slideLayouts/slideLayout5.xml" Id="R635cdec7b66c42b5" /><Relationship Type="http://schemas.openxmlformats.org/officeDocument/2006/relationships/slideLayout" Target="/ppt/slideLayouts/slideLayout6.xml" Id="R0c0782add59b406f" /><Relationship Type="http://schemas.openxmlformats.org/officeDocument/2006/relationships/slideLayout" Target="/ppt/slideLayouts/slideLayout7.xml" Id="Rae1ae94e5feb43c8" /><Relationship Type="http://schemas.openxmlformats.org/officeDocument/2006/relationships/slideLayout" Target="/ppt/slideLayouts/slideLayout8.xml" Id="R74e5a755f1b6448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e3924df25241ba"/>
    <p:sldLayoutId xmlns:r="http://schemas.openxmlformats.org/officeDocument/2006/relationships" id="2147483650" r:id="Rbe9061a545fc4f1a"/>
    <p:sldLayoutId xmlns:r="http://schemas.openxmlformats.org/officeDocument/2006/relationships" id="2147483651" r:id="R7562cae09ca4410e"/>
    <p:sldLayoutId xmlns:r="http://schemas.openxmlformats.org/officeDocument/2006/relationships" id="2147483652" r:id="R6246614659b24012"/>
    <p:sldLayoutId xmlns:r="http://schemas.openxmlformats.org/officeDocument/2006/relationships" id="2147483653" r:id="R635cdec7b66c42b5"/>
    <p:sldLayoutId xmlns:r="http://schemas.openxmlformats.org/officeDocument/2006/relationships" id="2147483654" r:id="R0c0782add59b406f"/>
    <p:sldLayoutId xmlns:r="http://schemas.openxmlformats.org/officeDocument/2006/relationships" id="2147483655" r:id="Rae1ae94e5feb43c8"/>
    <p:sldLayoutId xmlns:r="http://schemas.openxmlformats.org/officeDocument/2006/relationships" id="2147483656" r:id="R74e5a755f1b6448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c37f9e9830084a6e" /><Relationship Type="http://schemas.openxmlformats.org/officeDocument/2006/relationships/notesSlide" Target="/ppt/notesSlides/notesSlide1.xml" Id="Re64f2d9ed0a541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6a512f3e506044c8" /><Relationship Type="http://schemas.openxmlformats.org/officeDocument/2006/relationships/notesSlide" Target="/ppt/notesSlides/notesSlide2.xml" Id="R5f187413fd8b45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cc86cc2699334f29" /><Relationship Type="http://schemas.openxmlformats.org/officeDocument/2006/relationships/notesSlide" Target="/ppt/notesSlides/notesSlide3.xml" Id="R76f68d37d3f544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7f881129bec748fe" /><Relationship Type="http://schemas.openxmlformats.org/officeDocument/2006/relationships/notesSlide" Target="/ppt/notesSlides/notesSlide4.xml" Id="R441a9c8d547b47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9fa9b32ed8524627" /><Relationship Type="http://schemas.openxmlformats.org/officeDocument/2006/relationships/notesSlide" Target="/ppt/notesSlides/notesSlide5.xml" Id="Re1351a8eb9af40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1a228394bee64455" /><Relationship Type="http://schemas.openxmlformats.org/officeDocument/2006/relationships/notesSlide" Target="/ppt/notesSlides/notesSlide6.xml" Id="R07c7d941ff5245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6423eb2f928d4d60" /><Relationship Type="http://schemas.openxmlformats.org/officeDocument/2006/relationships/notesSlide" Target="/ppt/notesSlides/notesSlide7.xml" Id="Rfad57656268d45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3794ee8e7e894792" /><Relationship Type="http://schemas.openxmlformats.org/officeDocument/2006/relationships/notesSlide" Target="/ppt/notesSlides/notesSlide8.xml" Id="Rade7117f3a6842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8e846267b9ba40be" /><Relationship Type="http://schemas.openxmlformats.org/officeDocument/2006/relationships/notesSlide" Target="/ppt/notesSlides/notesSlide9.xml" Id="Rc98ea060f4154c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e01038053cc644ce" /><Relationship Type="http://schemas.openxmlformats.org/officeDocument/2006/relationships/chart" Target="/ppt/slides/charts/chart1.xml" Id="R6b1af9553867402e" /><Relationship Type="http://schemas.openxmlformats.org/officeDocument/2006/relationships/notesSlide" Target="/ppt/notesSlides/notesSlide10.xml" Id="R997c406cff8e4a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1547c94e06364990" /><Relationship Type="http://schemas.openxmlformats.org/officeDocument/2006/relationships/notesSlide" Target="/ppt/notesSlides/notesSlide11.xml" Id="R9104f384023646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61c44d179def4340" /><Relationship Type="http://schemas.openxmlformats.org/officeDocument/2006/relationships/notesSlide" Target="/ppt/notesSlides/notesSlide12.xml" Id="Reb810309c5284c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9ebdc5e90b5c4492" /><Relationship Type="http://schemas.openxmlformats.org/officeDocument/2006/relationships/notesSlide" Target="/ppt/notesSlides/notesSlide13.xml" Id="R5e7508993c1046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b38384f79cfa4347" /><Relationship Type="http://schemas.openxmlformats.org/officeDocument/2006/relationships/notesSlide" Target="/ppt/notesSlides/notesSlide14.xml" Id="R197c968aae324f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4119064ce9614fbd" /><Relationship Type="http://schemas.openxmlformats.org/officeDocument/2006/relationships/notesSlide" Target="/ppt/notesSlides/notesSlide15.xml" Id="R2a41492fa2f040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22edbd31a9c2413f" /><Relationship Type="http://schemas.openxmlformats.org/officeDocument/2006/relationships/notesSlide" Target="/ppt/notesSlides/notesSlide16.xml" Id="R766539206b5844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d855dd29895a46a0" /><Relationship Type="http://schemas.openxmlformats.org/officeDocument/2006/relationships/notesSlide" Target="/ppt/notesSlides/notesSlide17.xml" Id="Rf194c9f0ec334c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A8C1A7-B5A7-461F-8A5B-2DECBCA6C29D}"/>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10FF35C3-5D89-4894-9C69-27A920A6B9C5}"/>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8BE741A0-C5DD-48D0-9D12-EB02560B5FF6}"/>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F27B3609-F8A4-493A-852F-A60BEC04A326}"/>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6C300861-C4E6-4615-A455-B7ACB8E2D344}"/>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4652B277-1299-4D8A-9DB5-DCC196DFDE0C}"/>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354B19AD-7749-4770-90E8-D04CF8449F55}"/>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16661078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BADBA956-1A2A-4570-BFFB-52EAD4C7441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8B1D555A-7DAD-4022-9328-819265204FB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EBBB27A1-B287-4DD5-933C-C01ECE5EEF40}"/>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A8D44CD4-2DE8-4C93-A193-E116C8869B25}"/>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C9370021-1316-4698-9459-D55272B4AAF5}"/>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6" name="">
            <a:extLst xmlns:a="http://schemas.openxmlformats.org/drawingml/2006/main">
              <a:ext uri="{FF2B5EF4-FFF2-40B4-BE49-F238E27FC236}">
                <a16:creationId xmlns:a16="http://schemas.microsoft.com/office/drawing/2014/main" id="{665DA90C-2859-44BB-90CA-C6BA0A1E552B}"/>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7" name="">
            <a:extLst xmlns:a="http://schemas.openxmlformats.org/drawingml/2006/main">
              <a:ext uri="{FF2B5EF4-FFF2-40B4-BE49-F238E27FC236}">
                <a16:creationId xmlns:a16="http://schemas.microsoft.com/office/drawing/2014/main" id="{71D74CAB-5A98-49FB-86CE-6D320CB3B204}"/>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78996054-215D-4D26-86F3-F5E117F633E6}"/>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80A822FF-F6D7-443B-B366-6DAD7FBF09BB}"/>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0F667E91-9550-4DDB-8027-1BF84AFA5E0B}"/>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1" name="">
            <a:extLst xmlns:a="http://schemas.openxmlformats.org/drawingml/2006/main">
              <a:ext uri="{FF2B5EF4-FFF2-40B4-BE49-F238E27FC236}">
                <a16:creationId xmlns:a16="http://schemas.microsoft.com/office/drawing/2014/main" id="{2206B135-AB2C-405C-9D97-E42B9DFD792C}"/>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D53F2812-511D-481E-982C-0EFE94F45DDF}"/>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2" name=""/>
          <p:cNvCxnSpPr>
            <a:stCxn xmlns:a="http://schemas.openxmlformats.org/drawingml/2006/main" id="7" idx="6"/>
            <a:endCxn xmlns:a="http://schemas.openxmlformats.org/drawingml/2006/main" id="10"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F0BB9C42-3334-4955-A5F0-5AC3FDD10A00}"/>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C87310BD-E900-4B9C-950A-28B94BD8DEEA}"/>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B4E4FC4-75C9-4932-9458-366C33A961E2}"/>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6" name=""/>
          <p:cNvCxnSpPr>
            <a:stCxn xmlns:a="http://schemas.openxmlformats.org/drawingml/2006/main" id="10" idx="6"/>
            <a:endCxn xmlns:a="http://schemas.openxmlformats.org/drawingml/2006/main" id="14"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8" name="">
            <a:extLst xmlns:a="http://schemas.openxmlformats.org/drawingml/2006/main">
              <a:ext uri="{FF2B5EF4-FFF2-40B4-BE49-F238E27FC236}">
                <a16:creationId xmlns:a16="http://schemas.microsoft.com/office/drawing/2014/main" id="{FE40CC0A-C647-418B-9AF4-8A785B9289B5}"/>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C90BAB30-6B88-4B34-AE84-6117020D0820}"/>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4467AC41-F93F-4F8E-A7B8-D5ED33D8FD3E}"/>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50" name=""/>
          <p:cNvCxnSpPr>
            <a:stCxn xmlns:a="http://schemas.openxmlformats.org/drawingml/2006/main" id="14" idx="6"/>
            <a:endCxn xmlns:a="http://schemas.openxmlformats.org/drawingml/2006/main" id="18"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2EE7E2F-7D16-4DBF-B7E1-2D338D14B889}"/>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3" name="">
            <a:extLst xmlns:a="http://schemas.openxmlformats.org/drawingml/2006/main">
              <a:ext uri="{FF2B5EF4-FFF2-40B4-BE49-F238E27FC236}">
                <a16:creationId xmlns:a16="http://schemas.microsoft.com/office/drawing/2014/main" id="{F463C6F3-82AA-47F8-9D43-B77E0D046D43}"/>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4" name="">
            <a:extLst xmlns:a="http://schemas.openxmlformats.org/drawingml/2006/main">
              <a:ext uri="{FF2B5EF4-FFF2-40B4-BE49-F238E27FC236}">
                <a16:creationId xmlns:a16="http://schemas.microsoft.com/office/drawing/2014/main" id="{53D4F4C0-1356-4375-B311-3CE2EE379C28}"/>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5" name="">
            <a:extLst xmlns:a="http://schemas.openxmlformats.org/drawingml/2006/main">
              <a:ext uri="{FF2B5EF4-FFF2-40B4-BE49-F238E27FC236}">
                <a16:creationId xmlns:a16="http://schemas.microsoft.com/office/drawing/2014/main" id="{1511C20B-3568-4C34-8FD8-1E35F8B4100E}"/>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6" name="">
            <a:extLst xmlns:a="http://schemas.openxmlformats.org/drawingml/2006/main">
              <a:ext uri="{FF2B5EF4-FFF2-40B4-BE49-F238E27FC236}">
                <a16:creationId xmlns:a16="http://schemas.microsoft.com/office/drawing/2014/main" id="{76E03012-20E0-4607-836B-DA206329C948}"/>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7" name="">
            <a:extLst xmlns:a="http://schemas.openxmlformats.org/drawingml/2006/main">
              <a:ext uri="{FF2B5EF4-FFF2-40B4-BE49-F238E27FC236}">
                <a16:creationId xmlns:a16="http://schemas.microsoft.com/office/drawing/2014/main" id="{6914CC83-31AA-4CD2-9B34-AEAC2B5462F8}"/>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515421BC-0825-4159-8AC4-76115D9866C1}"/>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9" name="">
            <a:extLst xmlns:a="http://schemas.openxmlformats.org/drawingml/2006/main">
              <a:ext uri="{FF2B5EF4-FFF2-40B4-BE49-F238E27FC236}">
                <a16:creationId xmlns:a16="http://schemas.microsoft.com/office/drawing/2014/main" id="{C0DC23A0-0BCA-448B-A582-89EE18C1D97B}"/>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1996646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0A3944D0-43BA-4363-8826-3696F10BF15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core objective</a:t>
            </a:r>
          </a:p>
        </p:txBody>
      </p:sp>
      <p:sp>
        <p:nvSpPr>
          <p:cNvPr id="2" name="">
            <a:extLst xmlns:a="http://schemas.openxmlformats.org/drawingml/2006/main">
              <a:ext uri="{FF2B5EF4-FFF2-40B4-BE49-F238E27FC236}">
                <a16:creationId xmlns:a16="http://schemas.microsoft.com/office/drawing/2014/main" id="{3442A945-8F55-4AD2-8F94-D58BA9C4E79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0424518C-AEE4-47EC-83B6-9933C95858FA}"/>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D7CCCB85-DA5F-4A49-89A6-C65618EF7EA1}"/>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5" name="">
            <a:extLst xmlns:a="http://schemas.openxmlformats.org/drawingml/2006/main">
              <a:ext uri="{FF2B5EF4-FFF2-40B4-BE49-F238E27FC236}">
                <a16:creationId xmlns:a16="http://schemas.microsoft.com/office/drawing/2014/main" id="{2A6D20C3-458C-4723-8694-E17E24293812}"/>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B2C2679-AF7C-45E3-B389-241B31486E91}"/>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7" name="">
            <a:extLst xmlns:a="http://schemas.openxmlformats.org/drawingml/2006/main">
              <a:ext uri="{FF2B5EF4-FFF2-40B4-BE49-F238E27FC236}">
                <a16:creationId xmlns:a16="http://schemas.microsoft.com/office/drawing/2014/main" id="{4EEDDF47-DC46-4B18-8646-2D98BEC131D9}"/>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8" name="">
            <a:extLst xmlns:a="http://schemas.openxmlformats.org/drawingml/2006/main">
              <a:ext uri="{FF2B5EF4-FFF2-40B4-BE49-F238E27FC236}">
                <a16:creationId xmlns:a16="http://schemas.microsoft.com/office/drawing/2014/main" id="{249106F0-5285-4DC3-945B-290E2CE63147}"/>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60A1C1BF-B5C5-433B-BBAF-46560B313DE3}"/>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10" name="">
            <a:extLst xmlns:a="http://schemas.openxmlformats.org/drawingml/2006/main">
              <a:ext uri="{FF2B5EF4-FFF2-40B4-BE49-F238E27FC236}">
                <a16:creationId xmlns:a16="http://schemas.microsoft.com/office/drawing/2014/main" id="{BF47A838-CED7-4AF4-9760-BCB8E5159B2E}"/>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1" name="">
            <a:extLst xmlns:a="http://schemas.openxmlformats.org/drawingml/2006/main">
              <a:ext uri="{FF2B5EF4-FFF2-40B4-BE49-F238E27FC236}">
                <a16:creationId xmlns:a16="http://schemas.microsoft.com/office/drawing/2014/main" id="{5512F7D7-95F5-440B-9D15-787278D40327}"/>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A5256AC5-7AB5-4C05-A37E-3A9A000467A4}"/>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3" name="">
            <a:extLst xmlns:a="http://schemas.openxmlformats.org/drawingml/2006/main">
              <a:ext uri="{FF2B5EF4-FFF2-40B4-BE49-F238E27FC236}">
                <a16:creationId xmlns:a16="http://schemas.microsoft.com/office/drawing/2014/main" id="{FD762BBB-C4CE-4A7E-9527-34BD6041E99C}"/>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4" name="">
            <a:extLst xmlns:a="http://schemas.openxmlformats.org/drawingml/2006/main">
              <a:ext uri="{FF2B5EF4-FFF2-40B4-BE49-F238E27FC236}">
                <a16:creationId xmlns:a16="http://schemas.microsoft.com/office/drawing/2014/main" id="{73D74630-02FB-48B3-B567-6C7910374F8B}"/>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FF894DEF-1F6D-494E-9614-D1B75042E8F0}"/>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6" name="">
            <a:extLst xmlns:a="http://schemas.openxmlformats.org/drawingml/2006/main">
              <a:ext uri="{FF2B5EF4-FFF2-40B4-BE49-F238E27FC236}">
                <a16:creationId xmlns:a16="http://schemas.microsoft.com/office/drawing/2014/main" id="{278D147B-6A07-4953-982C-6D8C3D60B4A8}"/>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7" name="">
            <a:extLst xmlns:a="http://schemas.openxmlformats.org/drawingml/2006/main">
              <a:ext uri="{FF2B5EF4-FFF2-40B4-BE49-F238E27FC236}">
                <a16:creationId xmlns:a16="http://schemas.microsoft.com/office/drawing/2014/main" id="{44C88042-2BB1-46D2-A88D-A0E3BD4F2D0C}"/>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52C5A5C3-BB61-4F56-8096-E6B8F5ECEF50}"/>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9" name="">
            <a:extLst xmlns:a="http://schemas.openxmlformats.org/drawingml/2006/main">
              <a:ext uri="{FF2B5EF4-FFF2-40B4-BE49-F238E27FC236}">
                <a16:creationId xmlns:a16="http://schemas.microsoft.com/office/drawing/2014/main" id="{D5168664-4EDB-48F9-B5F0-3DC286C3912F}"/>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20" name="">
            <a:extLst xmlns:a="http://schemas.openxmlformats.org/drawingml/2006/main">
              <a:ext uri="{FF2B5EF4-FFF2-40B4-BE49-F238E27FC236}">
                <a16:creationId xmlns:a16="http://schemas.microsoft.com/office/drawing/2014/main" id="{23AABE4D-9A1E-453B-9FDB-4EB872400DDF}"/>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1824018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1C1E1BD9-3301-4970-9D97-896EDF9450AC}"/>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learning loop</a:t>
            </a:r>
          </a:p>
        </p:txBody>
      </p:sp>
      <p:sp>
        <p:nvSpPr>
          <p:cNvPr id="2" name="">
            <a:extLst xmlns:a="http://schemas.openxmlformats.org/drawingml/2006/main">
              <a:ext uri="{FF2B5EF4-FFF2-40B4-BE49-F238E27FC236}">
                <a16:creationId xmlns:a16="http://schemas.microsoft.com/office/drawing/2014/main" id="{80D5D274-88A9-4D95-B003-0F0E59265DC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8D2C9012-130E-405F-BD68-16C767FD275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425D9E6C-D3D6-41BC-9D65-62B52FC4FAA4}"/>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E4F9DBC8-A532-44C0-80A1-244C9FEB6CCA}"/>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BA7A60D6-A5DF-4AB8-8822-B242F4EC9AF4}"/>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98207EB2-7A65-484A-BBF1-DF3A448C7557}"/>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8" name="">
            <a:extLst xmlns:a="http://schemas.openxmlformats.org/drawingml/2006/main">
              <a:ext uri="{FF2B5EF4-FFF2-40B4-BE49-F238E27FC236}">
                <a16:creationId xmlns:a16="http://schemas.microsoft.com/office/drawing/2014/main" id="{1291333F-5675-4CF9-BD59-BBA605F9EDD6}"/>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F14D8109-2C79-4559-9513-F60C92DDC445}"/>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02B4D65B-7A73-41E4-8A56-9EF35BC07960}"/>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1" name="">
            <a:extLst xmlns:a="http://schemas.openxmlformats.org/drawingml/2006/main">
              <a:ext uri="{FF2B5EF4-FFF2-40B4-BE49-F238E27FC236}">
                <a16:creationId xmlns:a16="http://schemas.microsoft.com/office/drawing/2014/main" id="{394C2CFC-811C-4883-A573-50A975B79130}"/>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D10C7475-302A-42FE-AD29-A29CA9F30205}"/>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B68DA346-89F5-40B2-8CCF-E29FFED8F0D7}"/>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4" name="">
            <a:extLst xmlns:a="http://schemas.openxmlformats.org/drawingml/2006/main">
              <a:ext uri="{FF2B5EF4-FFF2-40B4-BE49-F238E27FC236}">
                <a16:creationId xmlns:a16="http://schemas.microsoft.com/office/drawing/2014/main" id="{5B1BD164-5DA0-443F-A793-660B8AFAC597}"/>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5" name="">
            <a:extLst xmlns:a="http://schemas.openxmlformats.org/drawingml/2006/main">
              <a:ext uri="{FF2B5EF4-FFF2-40B4-BE49-F238E27FC236}">
                <a16:creationId xmlns:a16="http://schemas.microsoft.com/office/drawing/2014/main" id="{1CA5269E-9B29-4712-A116-1FC64CAED825}"/>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67B1A7EA-EBAB-4B0D-8630-78A9B0EA0862}"/>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7" name="">
            <a:extLst xmlns:a="http://schemas.openxmlformats.org/drawingml/2006/main">
              <a:ext uri="{FF2B5EF4-FFF2-40B4-BE49-F238E27FC236}">
                <a16:creationId xmlns:a16="http://schemas.microsoft.com/office/drawing/2014/main" id="{77A33686-7239-4488-800A-6526601744F7}"/>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4C097564-E619-4259-98EE-987F4B0FAFD5}"/>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4A3433A2-50F9-4A8D-ACC4-88410B9823EE}"/>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20" name="">
            <a:extLst xmlns:a="http://schemas.openxmlformats.org/drawingml/2006/main">
              <a:ext uri="{FF2B5EF4-FFF2-40B4-BE49-F238E27FC236}">
                <a16:creationId xmlns:a16="http://schemas.microsoft.com/office/drawing/2014/main" id="{790DAB87-15C7-475D-AB22-74EF997EB39A}"/>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0FFACB16-D7BD-4BBC-856C-04E96B49BE9B}"/>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2" name="">
            <a:extLst xmlns:a="http://schemas.openxmlformats.org/drawingml/2006/main">
              <a:ext uri="{FF2B5EF4-FFF2-40B4-BE49-F238E27FC236}">
                <a16:creationId xmlns:a16="http://schemas.microsoft.com/office/drawing/2014/main" id="{93489959-F874-4180-A772-B19DD17223B3}"/>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3" name="">
            <a:extLst xmlns:a="http://schemas.openxmlformats.org/drawingml/2006/main">
              <a:ext uri="{FF2B5EF4-FFF2-40B4-BE49-F238E27FC236}">
                <a16:creationId xmlns:a16="http://schemas.microsoft.com/office/drawing/2014/main" id="{0B2CC3AB-BC06-4758-9EC9-E8A75CBCAD3C}"/>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4" name="">
            <a:extLst xmlns:a="http://schemas.openxmlformats.org/drawingml/2006/main">
              <a:ext uri="{FF2B5EF4-FFF2-40B4-BE49-F238E27FC236}">
                <a16:creationId xmlns:a16="http://schemas.microsoft.com/office/drawing/2014/main" id="{97C0ECB0-F5DE-47B9-8D1F-1CECDB880CD5}"/>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5" name="">
            <a:extLst xmlns:a="http://schemas.openxmlformats.org/drawingml/2006/main">
              <a:ext uri="{FF2B5EF4-FFF2-40B4-BE49-F238E27FC236}">
                <a16:creationId xmlns:a16="http://schemas.microsoft.com/office/drawing/2014/main" id="{909D53BF-D997-49FE-8704-39B83B425D36}"/>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6" name="">
            <a:extLst xmlns:a="http://schemas.openxmlformats.org/drawingml/2006/main">
              <a:ext uri="{FF2B5EF4-FFF2-40B4-BE49-F238E27FC236}">
                <a16:creationId xmlns:a16="http://schemas.microsoft.com/office/drawing/2014/main" id="{A6DCF332-B9EE-4A83-B91F-0C64558DBFEF}"/>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7" name="">
            <a:extLst xmlns:a="http://schemas.openxmlformats.org/drawingml/2006/main">
              <a:ext uri="{FF2B5EF4-FFF2-40B4-BE49-F238E27FC236}">
                <a16:creationId xmlns:a16="http://schemas.microsoft.com/office/drawing/2014/main" id="{6A2D0018-F0ED-4689-84DD-FBEA2CAD2F26}"/>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8" name="">
            <a:extLst xmlns:a="http://schemas.openxmlformats.org/drawingml/2006/main">
              <a:ext uri="{FF2B5EF4-FFF2-40B4-BE49-F238E27FC236}">
                <a16:creationId xmlns:a16="http://schemas.microsoft.com/office/drawing/2014/main" id="{B9391D73-567E-4008-9981-650A91B399E5}"/>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6" name=""/>
          <p:cNvCxnSpPr>
            <a:stCxn xmlns:a="http://schemas.openxmlformats.org/drawingml/2006/main" id="5" idx="3"/>
            <a:endCxn xmlns:a="http://schemas.openxmlformats.org/drawingml/2006/main" id="8"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7" name=""/>
          <p:cNvCxnSpPr>
            <a:stCxn xmlns:a="http://schemas.openxmlformats.org/drawingml/2006/main" id="8" idx="3"/>
            <a:endCxn xmlns:a="http://schemas.openxmlformats.org/drawingml/2006/main" id="11"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9" name=""/>
          <p:cNvCxnSpPr>
            <a:stCxn xmlns:a="http://schemas.openxmlformats.org/drawingml/2006/main" id="14" idx="2"/>
            <a:endCxn xmlns:a="http://schemas.openxmlformats.org/drawingml/2006/main" id="17"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0" name=""/>
          <p:cNvCxnSpPr>
            <a:stCxn xmlns:a="http://schemas.openxmlformats.org/drawingml/2006/main" id="17" idx="1"/>
            <a:endCxn xmlns:a="http://schemas.openxmlformats.org/drawingml/2006/main" id="20"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1" name=""/>
          <p:cNvCxnSpPr>
            <a:stCxn xmlns:a="http://schemas.openxmlformats.org/drawingml/2006/main" id="20" idx="1"/>
            <a:endCxn xmlns:a="http://schemas.openxmlformats.org/drawingml/2006/main" id="23"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2" name=""/>
          <p:cNvCxnSpPr>
            <a:stCxn xmlns:a="http://schemas.openxmlformats.org/drawingml/2006/main" id="23" idx="1"/>
            <a:endCxn xmlns:a="http://schemas.openxmlformats.org/drawingml/2006/main" id="26"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3" name=""/>
          <p:cNvCxnSpPr>
            <a:stCxn xmlns:a="http://schemas.openxmlformats.org/drawingml/2006/main" id="26" idx="0"/>
            <a:endCxn xmlns:a="http://schemas.openxmlformats.org/drawingml/2006/main" id="5"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tailEnd type="triangle" w="sm" len="sm"/>
          </a:ln>
        </p:spPr>
      </p:cxnSp>
      <p:sp>
        <p:nvSpPr>
          <p:cNvPr id="37" name="">
            <a:extLst xmlns:a="http://schemas.openxmlformats.org/drawingml/2006/main">
              <a:ext uri="{FF2B5EF4-FFF2-40B4-BE49-F238E27FC236}">
                <a16:creationId xmlns:a16="http://schemas.microsoft.com/office/drawing/2014/main" id="{A8F7B4F3-71AA-470F-B109-28E21F0C38F2}"/>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20064282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08D6C6DE-A856-43FD-9925-EB1B8A49A9A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AF8DA37B-29E9-459B-9CB6-E3CC49341293}"/>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E69DE71A-CA67-4F64-A7C8-B320101F740C}"/>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5968A5E-B3A5-4BDE-A331-AA4FF79ED67E}"/>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673C6279-4C0D-4D1D-A8CB-830CFB8D058B}"/>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E2FFCA6A-3F5A-4152-B6AA-4B1263F2992C}"/>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197E4A62-9021-41E0-83AF-FF12BFA9D931}"/>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8" name="">
            <a:extLst xmlns:a="http://schemas.openxmlformats.org/drawingml/2006/main">
              <a:ext uri="{FF2B5EF4-FFF2-40B4-BE49-F238E27FC236}">
                <a16:creationId xmlns:a16="http://schemas.microsoft.com/office/drawing/2014/main" id="{9474A2A2-BA43-4457-B1A0-2D0050AEFD9C}"/>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B2DBE9E1-BC15-4234-95DC-BFF04DA474D7}"/>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10" name="">
            <a:extLst xmlns:a="http://schemas.openxmlformats.org/drawingml/2006/main">
              <a:ext uri="{FF2B5EF4-FFF2-40B4-BE49-F238E27FC236}">
                <a16:creationId xmlns:a16="http://schemas.microsoft.com/office/drawing/2014/main" id="{49AFD2AC-E1C6-47DC-B731-3B03098E34B5}"/>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1" name="">
            <a:extLst xmlns:a="http://schemas.openxmlformats.org/drawingml/2006/main">
              <a:ext uri="{FF2B5EF4-FFF2-40B4-BE49-F238E27FC236}">
                <a16:creationId xmlns:a16="http://schemas.microsoft.com/office/drawing/2014/main" id="{D9098C87-D569-4851-B1E5-AC1B8F8D0D6F}"/>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2" name="">
            <a:extLst xmlns:a="http://schemas.openxmlformats.org/drawingml/2006/main">
              <a:ext uri="{FF2B5EF4-FFF2-40B4-BE49-F238E27FC236}">
                <a16:creationId xmlns:a16="http://schemas.microsoft.com/office/drawing/2014/main" id="{EB97973C-3577-411E-A6B4-B0A7BB70A520}"/>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3" name="">
            <a:extLst xmlns:a="http://schemas.openxmlformats.org/drawingml/2006/main">
              <a:ext uri="{FF2B5EF4-FFF2-40B4-BE49-F238E27FC236}">
                <a16:creationId xmlns:a16="http://schemas.microsoft.com/office/drawing/2014/main" id="{E39A874F-BF6C-49AF-B28A-2F3965AE90D0}"/>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4" name="">
            <a:extLst xmlns:a="http://schemas.openxmlformats.org/drawingml/2006/main">
              <a:ext uri="{FF2B5EF4-FFF2-40B4-BE49-F238E27FC236}">
                <a16:creationId xmlns:a16="http://schemas.microsoft.com/office/drawing/2014/main" id="{3D4644C7-B7B6-4E10-B433-1AEFD8968798}"/>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5" name="">
            <a:extLst xmlns:a="http://schemas.openxmlformats.org/drawingml/2006/main">
              <a:ext uri="{FF2B5EF4-FFF2-40B4-BE49-F238E27FC236}">
                <a16:creationId xmlns:a16="http://schemas.microsoft.com/office/drawing/2014/main" id="{D3AD547D-432C-4EE9-A507-FA05E59A6F25}"/>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6" name="">
            <a:extLst xmlns:a="http://schemas.openxmlformats.org/drawingml/2006/main">
              <a:ext uri="{FF2B5EF4-FFF2-40B4-BE49-F238E27FC236}">
                <a16:creationId xmlns:a16="http://schemas.microsoft.com/office/drawing/2014/main" id="{0BE42A32-78D5-44A4-AF14-6E070011A7BB}"/>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41" name=""/>
          <p:cNvCxnSpPr>
            <a:stCxn xmlns:a="http://schemas.openxmlformats.org/drawingml/2006/main" id="6" idx="2"/>
            <a:endCxn xmlns:a="http://schemas.openxmlformats.org/drawingml/2006/main" id="8" idx="2"/>
          </p:cNvCxnSpPr>
          <p:nvPr/>
        </p:nvCxnSpPr>
        <p:spPr>
          <a:xfrm xmlns:a="http://schemas.openxmlformats.org/drawingml/2006/main" flipV="1">
            <a:off x="4810125" y="3810000"/>
            <a:ext cx="5791200" cy="571500"/>
          </a:xfrm>
          <a:prstGeom xmlns:a="http://schemas.openxmlformats.org/drawingml/2006/main" prst="bentConnector4">
            <a:avLst/>
          </a:prstGeom>
          <a:ln xmlns:a="http://schemas.openxmlformats.org/drawingml/2006/main" w="19050">
            <a:solidFill>
              <a:srgbClr val="D97706"/>
            </a:solidFill>
            <a:prstDash val="solid"/>
            <a:tailEnd type="triangle" w="sm" len="sm"/>
          </a:ln>
        </p:spPr>
      </p:cxnSp>
      <p:sp>
        <p:nvSpPr>
          <p:cNvPr id="20" name="">
            <a:extLst xmlns:a="http://schemas.openxmlformats.org/drawingml/2006/main">
              <a:ext uri="{FF2B5EF4-FFF2-40B4-BE49-F238E27FC236}">
                <a16:creationId xmlns:a16="http://schemas.microsoft.com/office/drawing/2014/main" id="{CF378288-CDE1-46AF-93F4-14416371E7A8}"/>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129FF089-23CF-477D-852D-5A883932FC3E}"/>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2" name="">
            <a:extLst xmlns:a="http://schemas.openxmlformats.org/drawingml/2006/main">
              <a:ext uri="{FF2B5EF4-FFF2-40B4-BE49-F238E27FC236}">
                <a16:creationId xmlns:a16="http://schemas.microsoft.com/office/drawing/2014/main" id="{E721983C-2FBD-497A-8ED2-2576481B881A}"/>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1949786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685642B8-850A-47A3-9DF0-3A8AA9C136F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700EC82A-FCBC-46DA-98D4-51C0057A8C2E}"/>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95C0D89A-887E-4739-A407-D5995C3DE8F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0BD3B1D8-D93D-4B21-BE4D-7CCC215D2E31}"/>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F2BD7233-ABEC-4F75-B9D7-6CFDECB24288}"/>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F56FC58E-E8C9-4197-A313-9DFF4B7F93CE}"/>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FB666701-6413-462C-850C-D18A7257ABE8}"/>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AC049167-E873-4705-B7AB-84773B490B62}"/>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9" name="">
            <a:extLst xmlns:a="http://schemas.openxmlformats.org/drawingml/2006/main">
              <a:ext uri="{FF2B5EF4-FFF2-40B4-BE49-F238E27FC236}">
                <a16:creationId xmlns:a16="http://schemas.microsoft.com/office/drawing/2014/main" id="{32782B3C-0798-43D1-B351-62C0D631542A}"/>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10" name="">
            <a:extLst xmlns:a="http://schemas.openxmlformats.org/drawingml/2006/main">
              <a:ext uri="{FF2B5EF4-FFF2-40B4-BE49-F238E27FC236}">
                <a16:creationId xmlns:a16="http://schemas.microsoft.com/office/drawing/2014/main" id="{C9A14086-2583-479D-9A9D-69A2B348170B}"/>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1" name="">
            <a:extLst xmlns:a="http://schemas.openxmlformats.org/drawingml/2006/main">
              <a:ext uri="{FF2B5EF4-FFF2-40B4-BE49-F238E27FC236}">
                <a16:creationId xmlns:a16="http://schemas.microsoft.com/office/drawing/2014/main" id="{309E01A5-B66A-4D86-B5E3-5E1C052E05D4}"/>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2" name="">
            <a:extLst xmlns:a="http://schemas.openxmlformats.org/drawingml/2006/main">
              <a:ext uri="{FF2B5EF4-FFF2-40B4-BE49-F238E27FC236}">
                <a16:creationId xmlns:a16="http://schemas.microsoft.com/office/drawing/2014/main" id="{8FF6B392-2E2B-43B4-AF39-A409F6ECBE60}"/>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3" name="">
            <a:extLst xmlns:a="http://schemas.openxmlformats.org/drawingml/2006/main">
              <a:ext uri="{FF2B5EF4-FFF2-40B4-BE49-F238E27FC236}">
                <a16:creationId xmlns:a16="http://schemas.microsoft.com/office/drawing/2014/main" id="{75B0C708-A960-4A3D-A3E0-85146607449E}"/>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9F49A4A1-1D31-466B-92FA-AF45253A6EF8}"/>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7" name="">
            <a:extLst xmlns:a="http://schemas.openxmlformats.org/drawingml/2006/main">
              <a:ext uri="{FF2B5EF4-FFF2-40B4-BE49-F238E27FC236}">
                <a16:creationId xmlns:a16="http://schemas.microsoft.com/office/drawing/2014/main" id="{1BCC4B72-C25C-46AF-953F-62C531DA7B32}"/>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8" name="">
            <a:extLst xmlns:a="http://schemas.openxmlformats.org/drawingml/2006/main">
              <a:ext uri="{FF2B5EF4-FFF2-40B4-BE49-F238E27FC236}">
                <a16:creationId xmlns:a16="http://schemas.microsoft.com/office/drawing/2014/main" id="{1C73E08F-F388-4DEF-95A9-E9E245BD6987}"/>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9" name="">
            <a:extLst xmlns:a="http://schemas.openxmlformats.org/drawingml/2006/main">
              <a:ext uri="{FF2B5EF4-FFF2-40B4-BE49-F238E27FC236}">
                <a16:creationId xmlns:a16="http://schemas.microsoft.com/office/drawing/2014/main" id="{7ABD1DFE-5DEE-4A67-AF6F-7E43E02A89E5}"/>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15255091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D1CAA0E2-8D1D-4D9A-844E-8A6240CC4A9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D3F9648B-5533-4FE5-936F-FBA321C02BF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A9565ABC-9D61-42BC-8469-E8093549440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FABD0C67-EEF3-48C0-B1BC-6AC8B62FCA04}"/>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D08DF25D-311F-4517-AF56-B9214850BD24}"/>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6D4CA300-6428-4961-B698-02FBC105A8A1}"/>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7" name="">
            <a:extLst xmlns:a="http://schemas.openxmlformats.org/drawingml/2006/main">
              <a:ext uri="{FF2B5EF4-FFF2-40B4-BE49-F238E27FC236}">
                <a16:creationId xmlns:a16="http://schemas.microsoft.com/office/drawing/2014/main" id="{6F4813A1-5B25-4B56-8E5D-2CFB58DB9BBD}"/>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8" name="">
            <a:extLst xmlns:a="http://schemas.openxmlformats.org/drawingml/2006/main">
              <a:ext uri="{FF2B5EF4-FFF2-40B4-BE49-F238E27FC236}">
                <a16:creationId xmlns:a16="http://schemas.microsoft.com/office/drawing/2014/main" id="{E255FA49-AABB-401D-A3D7-F39721DB917B}"/>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A9F521C7-57B9-4C3D-8A4C-81671619BA7D}"/>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10" name="">
            <a:extLst xmlns:a="http://schemas.openxmlformats.org/drawingml/2006/main">
              <a:ext uri="{FF2B5EF4-FFF2-40B4-BE49-F238E27FC236}">
                <a16:creationId xmlns:a16="http://schemas.microsoft.com/office/drawing/2014/main" id="{C3EF05BF-E3EA-45D8-8B7F-E06467ED8B0E}"/>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1" name="">
            <a:extLst xmlns:a="http://schemas.openxmlformats.org/drawingml/2006/main">
              <a:ext uri="{FF2B5EF4-FFF2-40B4-BE49-F238E27FC236}">
                <a16:creationId xmlns:a16="http://schemas.microsoft.com/office/drawing/2014/main" id="{32328462-7B54-4F52-8837-D44E7CBE50FD}"/>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C3E35061-2EED-4483-BEBB-FC9CBB223354}"/>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3" name="">
            <a:extLst xmlns:a="http://schemas.openxmlformats.org/drawingml/2006/main">
              <a:ext uri="{FF2B5EF4-FFF2-40B4-BE49-F238E27FC236}">
                <a16:creationId xmlns:a16="http://schemas.microsoft.com/office/drawing/2014/main" id="{E55428CB-2F54-4A69-8234-6DCC2ED4F7B9}"/>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4" name="">
            <a:extLst xmlns:a="http://schemas.openxmlformats.org/drawingml/2006/main">
              <a:ext uri="{FF2B5EF4-FFF2-40B4-BE49-F238E27FC236}">
                <a16:creationId xmlns:a16="http://schemas.microsoft.com/office/drawing/2014/main" id="{EECB68FD-06F2-4C05-B0E6-456D4B64ED23}"/>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9" name=""/>
          <p:cNvCxnSpPr>
            <a:stCxn xmlns:a="http://schemas.openxmlformats.org/drawingml/2006/main" id="7" idx="3"/>
            <a:endCxn xmlns:a="http://schemas.openxmlformats.org/drawingml/2006/main" id="11"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3A513310-EC36-4EFB-A8E7-664F72FAD05E}"/>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11014A55-27A5-4FB0-B938-701DDCEA415D}"/>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8" name="">
            <a:extLst xmlns:a="http://schemas.openxmlformats.org/drawingml/2006/main">
              <a:ext uri="{FF2B5EF4-FFF2-40B4-BE49-F238E27FC236}">
                <a16:creationId xmlns:a16="http://schemas.microsoft.com/office/drawing/2014/main" id="{2D7977E7-C792-4DB7-AD6B-633626593BBB}"/>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9" name="">
            <a:extLst xmlns:a="http://schemas.openxmlformats.org/drawingml/2006/main">
              <a:ext uri="{FF2B5EF4-FFF2-40B4-BE49-F238E27FC236}">
                <a16:creationId xmlns:a16="http://schemas.microsoft.com/office/drawing/2014/main" id="{4AD55911-3DCB-4B6C-8DF6-C2648063E9F5}"/>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4" name=""/>
          <p:cNvCxnSpPr>
            <a:stCxn xmlns:a="http://schemas.openxmlformats.org/drawingml/2006/main" id="11" idx="3"/>
            <a:endCxn xmlns:a="http://schemas.openxmlformats.org/drawingml/2006/main" id="16"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1" name="">
            <a:extLst xmlns:a="http://schemas.openxmlformats.org/drawingml/2006/main">
              <a:ext uri="{FF2B5EF4-FFF2-40B4-BE49-F238E27FC236}">
                <a16:creationId xmlns:a16="http://schemas.microsoft.com/office/drawing/2014/main" id="{7411D0EC-CC9D-4B04-BB1E-F952395191F4}"/>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2" name="">
            <a:extLst xmlns:a="http://schemas.openxmlformats.org/drawingml/2006/main">
              <a:ext uri="{FF2B5EF4-FFF2-40B4-BE49-F238E27FC236}">
                <a16:creationId xmlns:a16="http://schemas.microsoft.com/office/drawing/2014/main" id="{909B4A8B-564B-4FBD-9866-111A50455D0B}"/>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3" name="">
            <a:extLst xmlns:a="http://schemas.openxmlformats.org/drawingml/2006/main">
              <a:ext uri="{FF2B5EF4-FFF2-40B4-BE49-F238E27FC236}">
                <a16:creationId xmlns:a16="http://schemas.microsoft.com/office/drawing/2014/main" id="{22770606-2365-4B82-9662-6640F894C493}"/>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4" name="">
            <a:extLst xmlns:a="http://schemas.openxmlformats.org/drawingml/2006/main">
              <a:ext uri="{FF2B5EF4-FFF2-40B4-BE49-F238E27FC236}">
                <a16:creationId xmlns:a16="http://schemas.microsoft.com/office/drawing/2014/main" id="{F50853F8-B059-416F-A051-95D89FE7464B}"/>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6" name="">
            <a:extLst xmlns:a="http://schemas.openxmlformats.org/drawingml/2006/main">
              <a:ext uri="{FF2B5EF4-FFF2-40B4-BE49-F238E27FC236}">
                <a16:creationId xmlns:a16="http://schemas.microsoft.com/office/drawing/2014/main" id="{821C0B3C-C56D-412C-87FD-AC792C2346D8}"/>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7" name="">
            <a:extLst xmlns:a="http://schemas.openxmlformats.org/drawingml/2006/main">
              <a:ext uri="{FF2B5EF4-FFF2-40B4-BE49-F238E27FC236}">
                <a16:creationId xmlns:a16="http://schemas.microsoft.com/office/drawing/2014/main" id="{F301AC39-B4F8-4AF1-85C3-D049990C254F}"/>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8" name="">
            <a:extLst xmlns:a="http://schemas.openxmlformats.org/drawingml/2006/main">
              <a:ext uri="{FF2B5EF4-FFF2-40B4-BE49-F238E27FC236}">
                <a16:creationId xmlns:a16="http://schemas.microsoft.com/office/drawing/2014/main" id="{F7A1A688-1F41-466E-886D-18D847A65F94}"/>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9" name="">
            <a:extLst xmlns:a="http://schemas.openxmlformats.org/drawingml/2006/main">
              <a:ext uri="{FF2B5EF4-FFF2-40B4-BE49-F238E27FC236}">
                <a16:creationId xmlns:a16="http://schemas.microsoft.com/office/drawing/2014/main" id="{EF925229-B040-48FF-9033-8C364DAC26AC}"/>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30" name="">
            <a:extLst xmlns:a="http://schemas.openxmlformats.org/drawingml/2006/main">
              <a:ext uri="{FF2B5EF4-FFF2-40B4-BE49-F238E27FC236}">
                <a16:creationId xmlns:a16="http://schemas.microsoft.com/office/drawing/2014/main" id="{368EBACD-AE4C-4E41-8803-4DCB5761B353}"/>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1" name="">
            <a:extLst xmlns:a="http://schemas.openxmlformats.org/drawingml/2006/main">
              <a:ext uri="{FF2B5EF4-FFF2-40B4-BE49-F238E27FC236}">
                <a16:creationId xmlns:a16="http://schemas.microsoft.com/office/drawing/2014/main" id="{853CCC4D-FA48-40A0-81F4-84E39173A024}"/>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2" name="">
            <a:extLst xmlns:a="http://schemas.openxmlformats.org/drawingml/2006/main">
              <a:ext uri="{FF2B5EF4-FFF2-40B4-BE49-F238E27FC236}">
                <a16:creationId xmlns:a16="http://schemas.microsoft.com/office/drawing/2014/main" id="{0B7982EF-F9A2-4E63-A905-B534A221908A}"/>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6552DB01-DB42-4FB2-AB28-CBCE44890AD1}"/>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4" name="">
            <a:extLst xmlns:a="http://schemas.openxmlformats.org/drawingml/2006/main">
              <a:ext uri="{FF2B5EF4-FFF2-40B4-BE49-F238E27FC236}">
                <a16:creationId xmlns:a16="http://schemas.microsoft.com/office/drawing/2014/main" id="{510C5458-0067-4AA6-9166-457603A8D1C0}"/>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19594281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A7843906-FB71-45B6-AD2B-143AA2BAC90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844CAB0D-352C-49D7-9684-791F046C2A0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820D4B5A-F491-4EB6-ADBB-5C5FF30B8D1C}"/>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C950634F-2AEA-460E-AB63-9BCF5C76C2C0}"/>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4841A49B-8A3B-4841-B8FB-812346071E19}"/>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6" name="">
            <a:extLst xmlns:a="http://schemas.openxmlformats.org/drawingml/2006/main">
              <a:ext uri="{FF2B5EF4-FFF2-40B4-BE49-F238E27FC236}">
                <a16:creationId xmlns:a16="http://schemas.microsoft.com/office/drawing/2014/main" id="{514D6659-765E-4F0E-9083-D84E75C93387}"/>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2E0351B2-2039-46A9-AEB6-4BE71AA25794}"/>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A99B4E12-D463-446B-8360-7F8C592DE729}"/>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C73371A2-5DC5-4591-8106-81B99226FD6C}"/>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10" name="">
            <a:extLst xmlns:a="http://schemas.openxmlformats.org/drawingml/2006/main">
              <a:ext uri="{FF2B5EF4-FFF2-40B4-BE49-F238E27FC236}">
                <a16:creationId xmlns:a16="http://schemas.microsoft.com/office/drawing/2014/main" id="{F353187B-5B0C-492B-8087-F869270C205A}"/>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1" name="">
            <a:extLst xmlns:a="http://schemas.openxmlformats.org/drawingml/2006/main">
              <a:ext uri="{FF2B5EF4-FFF2-40B4-BE49-F238E27FC236}">
                <a16:creationId xmlns:a16="http://schemas.microsoft.com/office/drawing/2014/main" id="{B1C180DE-EDF5-409C-9A11-0B766CF47FF5}"/>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2" name="">
            <a:extLst xmlns:a="http://schemas.openxmlformats.org/drawingml/2006/main">
              <a:ext uri="{FF2B5EF4-FFF2-40B4-BE49-F238E27FC236}">
                <a16:creationId xmlns:a16="http://schemas.microsoft.com/office/drawing/2014/main" id="{BC01B0C5-9E2B-4CDE-9123-FA37F2596F08}"/>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3" name="">
            <a:extLst xmlns:a="http://schemas.openxmlformats.org/drawingml/2006/main">
              <a:ext uri="{FF2B5EF4-FFF2-40B4-BE49-F238E27FC236}">
                <a16:creationId xmlns:a16="http://schemas.microsoft.com/office/drawing/2014/main" id="{E9EFDEDB-6C37-4B85-A809-36CA8C59C51A}"/>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4" name="">
            <a:extLst xmlns:a="http://schemas.openxmlformats.org/drawingml/2006/main">
              <a:ext uri="{FF2B5EF4-FFF2-40B4-BE49-F238E27FC236}">
                <a16:creationId xmlns:a16="http://schemas.microsoft.com/office/drawing/2014/main" id="{9BC4BBC0-6E8B-4444-BC6F-A32B12760F94}"/>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50" name=""/>
          <p:cNvCxnSpPr>
            <a:stCxn xmlns:a="http://schemas.openxmlformats.org/drawingml/2006/main" id="6" idx="2"/>
            <a:endCxn xmlns:a="http://schemas.openxmlformats.org/drawingml/2006/main" id="7"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51" name=""/>
          <p:cNvCxnSpPr>
            <a:stCxn xmlns:a="http://schemas.openxmlformats.org/drawingml/2006/main" id="7" idx="2"/>
            <a:endCxn xmlns:a="http://schemas.openxmlformats.org/drawingml/2006/main" id="8"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7" name="">
            <a:extLst xmlns:a="http://schemas.openxmlformats.org/drawingml/2006/main">
              <a:ext uri="{FF2B5EF4-FFF2-40B4-BE49-F238E27FC236}">
                <a16:creationId xmlns:a16="http://schemas.microsoft.com/office/drawing/2014/main" id="{4D9D0C5E-1151-41CC-92A9-D7A8B0324CAC}"/>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8" name="">
            <a:extLst xmlns:a="http://schemas.openxmlformats.org/drawingml/2006/main">
              <a:ext uri="{FF2B5EF4-FFF2-40B4-BE49-F238E27FC236}">
                <a16:creationId xmlns:a16="http://schemas.microsoft.com/office/drawing/2014/main" id="{4637688C-660D-47C4-95F7-8BD1670F6681}"/>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9" name="">
            <a:extLst xmlns:a="http://schemas.openxmlformats.org/drawingml/2006/main">
              <a:ext uri="{FF2B5EF4-FFF2-40B4-BE49-F238E27FC236}">
                <a16:creationId xmlns:a16="http://schemas.microsoft.com/office/drawing/2014/main" id="{FAE9DED0-2BAC-459B-9B8D-A135AAE5E644}"/>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20" name="">
            <a:extLst xmlns:a="http://schemas.openxmlformats.org/drawingml/2006/main">
              <a:ext uri="{FF2B5EF4-FFF2-40B4-BE49-F238E27FC236}">
                <a16:creationId xmlns:a16="http://schemas.microsoft.com/office/drawing/2014/main" id="{F5D852C1-4294-482B-BD4F-89C8A565A3FF}"/>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1" name="">
            <a:extLst xmlns:a="http://schemas.openxmlformats.org/drawingml/2006/main">
              <a:ext uri="{FF2B5EF4-FFF2-40B4-BE49-F238E27FC236}">
                <a16:creationId xmlns:a16="http://schemas.microsoft.com/office/drawing/2014/main" id="{248540FF-AB84-493F-BA24-0F20CDC95723}"/>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2" name="">
            <a:extLst xmlns:a="http://schemas.openxmlformats.org/drawingml/2006/main">
              <a:ext uri="{FF2B5EF4-FFF2-40B4-BE49-F238E27FC236}">
                <a16:creationId xmlns:a16="http://schemas.microsoft.com/office/drawing/2014/main" id="{78DF74DA-0314-470C-9844-750C5968EAE2}"/>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3" name="">
            <a:extLst xmlns:a="http://schemas.openxmlformats.org/drawingml/2006/main">
              <a:ext uri="{FF2B5EF4-FFF2-40B4-BE49-F238E27FC236}">
                <a16:creationId xmlns:a16="http://schemas.microsoft.com/office/drawing/2014/main" id="{305A4F88-2251-4AD6-9072-1B3357C3A379}"/>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4" name="">
            <a:extLst xmlns:a="http://schemas.openxmlformats.org/drawingml/2006/main">
              <a:ext uri="{FF2B5EF4-FFF2-40B4-BE49-F238E27FC236}">
                <a16:creationId xmlns:a16="http://schemas.microsoft.com/office/drawing/2014/main" id="{314D1B4C-E2B0-4D97-9F63-F3DF7A24498C}"/>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59278922-7410-49E9-838B-B15CE4A0683A}"/>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3D8E1ACB-F3AB-4B5E-847E-D568609B2234}"/>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65888661-56B0-452D-9D11-FF96585ED267}"/>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3" name=""/>
          <p:cNvCxnSpPr>
            <a:stCxn xmlns:a="http://schemas.openxmlformats.org/drawingml/2006/main" id="18" idx="6"/>
            <a:endCxn xmlns:a="http://schemas.openxmlformats.org/drawingml/2006/main" id="20"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64" name=""/>
          <p:cNvCxnSpPr>
            <a:stCxn xmlns:a="http://schemas.openxmlformats.org/drawingml/2006/main" id="18" idx="6"/>
            <a:endCxn xmlns:a="http://schemas.openxmlformats.org/drawingml/2006/main" id="22"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65" name=""/>
          <p:cNvCxnSpPr>
            <a:stCxn xmlns:a="http://schemas.openxmlformats.org/drawingml/2006/main" id="20" idx="6"/>
            <a:endCxn xmlns:a="http://schemas.openxmlformats.org/drawingml/2006/main" id="24"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6" name=""/>
          <p:cNvCxnSpPr>
            <a:stCxn xmlns:a="http://schemas.openxmlformats.org/drawingml/2006/main" id="22" idx="6"/>
            <a:endCxn xmlns:a="http://schemas.openxmlformats.org/drawingml/2006/main" id="24"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7" name=""/>
          <p:cNvCxnSpPr>
            <a:stCxn xmlns:a="http://schemas.openxmlformats.org/drawingml/2006/main" id="24" idx="6"/>
            <a:endCxn xmlns:a="http://schemas.openxmlformats.org/drawingml/2006/main" id="26"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3" name="">
            <a:extLst xmlns:a="http://schemas.openxmlformats.org/drawingml/2006/main">
              <a:ext uri="{FF2B5EF4-FFF2-40B4-BE49-F238E27FC236}">
                <a16:creationId xmlns:a16="http://schemas.microsoft.com/office/drawing/2014/main" id="{A9ED9CE3-AC53-4546-A3F1-C5A2BE11DD10}"/>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4" name="">
            <a:extLst xmlns:a="http://schemas.openxmlformats.org/drawingml/2006/main">
              <a:ext uri="{FF2B5EF4-FFF2-40B4-BE49-F238E27FC236}">
                <a16:creationId xmlns:a16="http://schemas.microsoft.com/office/drawing/2014/main" id="{A5119C9F-9E0E-493E-829C-9C61965882DA}"/>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5" name="">
            <a:extLst xmlns:a="http://schemas.openxmlformats.org/drawingml/2006/main">
              <a:ext uri="{FF2B5EF4-FFF2-40B4-BE49-F238E27FC236}">
                <a16:creationId xmlns:a16="http://schemas.microsoft.com/office/drawing/2014/main" id="{C58AC0F2-9CFB-4422-B4C6-E3FC0FC6E166}"/>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17978054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5C49BFC2-C2C8-49D8-ACFA-C214A385EBCB}"/>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351F3B7E-D25A-46BA-9D32-6B653BB1D169}"/>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19180588-2F49-4EEC-A947-0575CF82D4D3}"/>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08C84FA-4086-4284-82AE-D7AD38D2EB30}"/>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B729FDC-E80D-4EEC-AAC3-580E850AE6C8}"/>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673DDCAB-574F-452B-85C5-6D156438D7BB}"/>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7" name="">
            <a:extLst xmlns:a="http://schemas.openxmlformats.org/drawingml/2006/main">
              <a:ext uri="{FF2B5EF4-FFF2-40B4-BE49-F238E27FC236}">
                <a16:creationId xmlns:a16="http://schemas.microsoft.com/office/drawing/2014/main" id="{54DEA294-2464-4459-897B-2C8AC02244C4}"/>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8" name="">
            <a:extLst xmlns:a="http://schemas.openxmlformats.org/drawingml/2006/main">
              <a:ext uri="{FF2B5EF4-FFF2-40B4-BE49-F238E27FC236}">
                <a16:creationId xmlns:a16="http://schemas.microsoft.com/office/drawing/2014/main" id="{53F5325A-217A-4BEC-90E7-CDB038E29F2F}"/>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9" name="">
            <a:extLst xmlns:a="http://schemas.openxmlformats.org/drawingml/2006/main">
              <a:ext uri="{FF2B5EF4-FFF2-40B4-BE49-F238E27FC236}">
                <a16:creationId xmlns:a16="http://schemas.microsoft.com/office/drawing/2014/main" id="{5AF5A502-85B3-460B-9DE8-98EB67BA2185}"/>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10" name="">
            <a:extLst xmlns:a="http://schemas.openxmlformats.org/drawingml/2006/main">
              <a:ext uri="{FF2B5EF4-FFF2-40B4-BE49-F238E27FC236}">
                <a16:creationId xmlns:a16="http://schemas.microsoft.com/office/drawing/2014/main" id="{6E7996A2-8655-4F8D-8C1F-7D75E96CD091}"/>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E6FA4533-1E99-43F4-9D06-FBB877C7C96A}"/>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2" name="">
            <a:extLst xmlns:a="http://schemas.openxmlformats.org/drawingml/2006/main">
              <a:ext uri="{FF2B5EF4-FFF2-40B4-BE49-F238E27FC236}">
                <a16:creationId xmlns:a16="http://schemas.microsoft.com/office/drawing/2014/main" id="{D76D817D-B2C6-451A-9A86-7A3999C0BC06}"/>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3" name="">
            <a:extLst xmlns:a="http://schemas.openxmlformats.org/drawingml/2006/main">
              <a:ext uri="{FF2B5EF4-FFF2-40B4-BE49-F238E27FC236}">
                <a16:creationId xmlns:a16="http://schemas.microsoft.com/office/drawing/2014/main" id="{C639D292-6821-4DB5-956B-DBE1D8FD6896}"/>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4" name="">
            <a:extLst xmlns:a="http://schemas.openxmlformats.org/drawingml/2006/main">
              <a:ext uri="{FF2B5EF4-FFF2-40B4-BE49-F238E27FC236}">
                <a16:creationId xmlns:a16="http://schemas.microsoft.com/office/drawing/2014/main" id="{CE8CC422-15C2-41B1-BFE1-3EA8FF76875F}"/>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5" name="">
            <a:extLst xmlns:a="http://schemas.openxmlformats.org/drawingml/2006/main">
              <a:ext uri="{FF2B5EF4-FFF2-40B4-BE49-F238E27FC236}">
                <a16:creationId xmlns:a16="http://schemas.microsoft.com/office/drawing/2014/main" id="{C17C94A4-DD2D-4337-872C-B75CDC556E09}"/>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6" name="">
            <a:extLst xmlns:a="http://schemas.openxmlformats.org/drawingml/2006/main">
              <a:ext uri="{FF2B5EF4-FFF2-40B4-BE49-F238E27FC236}">
                <a16:creationId xmlns:a16="http://schemas.microsoft.com/office/drawing/2014/main" id="{C8C6261A-DA7D-4E0D-98D5-9CF8A1471B08}"/>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7" name="">
            <a:extLst xmlns:a="http://schemas.openxmlformats.org/drawingml/2006/main">
              <a:ext uri="{FF2B5EF4-FFF2-40B4-BE49-F238E27FC236}">
                <a16:creationId xmlns:a16="http://schemas.microsoft.com/office/drawing/2014/main" id="{C8D8B12C-02F7-413F-9BF8-B6B6FBF5B065}"/>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B7CB91F8-C124-4994-AC2E-EA6C1EB7D935}"/>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9" name="">
            <a:extLst xmlns:a="http://schemas.openxmlformats.org/drawingml/2006/main">
              <a:ext uri="{FF2B5EF4-FFF2-40B4-BE49-F238E27FC236}">
                <a16:creationId xmlns:a16="http://schemas.microsoft.com/office/drawing/2014/main" id="{6F4A4A0C-528E-4E76-AD3C-76159DEF872C}"/>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20" name="">
            <a:extLst xmlns:a="http://schemas.openxmlformats.org/drawingml/2006/main">
              <a:ext uri="{FF2B5EF4-FFF2-40B4-BE49-F238E27FC236}">
                <a16:creationId xmlns:a16="http://schemas.microsoft.com/office/drawing/2014/main" id="{71B9D851-D082-4107-8BDE-A43555C632A2}"/>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F7EFC7B6-3D09-44F8-9C2E-0D845D56D10B}"/>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2" name="">
            <a:extLst xmlns:a="http://schemas.openxmlformats.org/drawingml/2006/main">
              <a:ext uri="{FF2B5EF4-FFF2-40B4-BE49-F238E27FC236}">
                <a16:creationId xmlns:a16="http://schemas.microsoft.com/office/drawing/2014/main" id="{AA51F1F3-A652-41B0-819F-E859E9B409E4}"/>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2" name=""/>
          <p:cNvCxnSpPr>
            <a:stCxn xmlns:a="http://schemas.openxmlformats.org/drawingml/2006/main" id="5" idx="3"/>
            <a:endCxn xmlns:a="http://schemas.openxmlformats.org/drawingml/2006/main" id="8"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3" name=""/>
          <p:cNvCxnSpPr>
            <a:stCxn xmlns:a="http://schemas.openxmlformats.org/drawingml/2006/main" id="5" idx="3"/>
            <a:endCxn xmlns:a="http://schemas.openxmlformats.org/drawingml/2006/main" id="9"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tailEnd type="triangle" w="sm" len="sm"/>
          </a:ln>
        </p:spPr>
      </p:cxnSp>
      <p:cxnSp>
        <p:nvCxnSpPr>
          <p:cNvPr id="54" name=""/>
          <p:cNvCxnSpPr>
            <a:stCxn xmlns:a="http://schemas.openxmlformats.org/drawingml/2006/main" id="5" idx="3"/>
            <a:endCxn xmlns:a="http://schemas.openxmlformats.org/drawingml/2006/main" id="10"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55" name=""/>
          <p:cNvCxnSpPr>
            <a:stCxn xmlns:a="http://schemas.openxmlformats.org/drawingml/2006/main" id="8" idx="3"/>
            <a:endCxn xmlns:a="http://schemas.openxmlformats.org/drawingml/2006/main" id="17"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6" name=""/>
          <p:cNvCxnSpPr>
            <a:stCxn xmlns:a="http://schemas.openxmlformats.org/drawingml/2006/main" id="17" idx="3"/>
            <a:endCxn xmlns:a="http://schemas.openxmlformats.org/drawingml/2006/main" id="20"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16CCB70B-3369-4867-9876-A39E9FAB1377}"/>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9" name="">
            <a:extLst xmlns:a="http://schemas.openxmlformats.org/drawingml/2006/main">
              <a:ext uri="{FF2B5EF4-FFF2-40B4-BE49-F238E27FC236}">
                <a16:creationId xmlns:a16="http://schemas.microsoft.com/office/drawing/2014/main" id="{1088B398-B9F5-4E28-A233-E9C2869E4F0E}"/>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6173049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E5BB816-F167-44AB-8529-67525CA68C6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5A276FE5-D770-4016-90EC-AE40C138F0D2}"/>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9D23DD26-E34B-4C58-82FE-EB99BF16563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ED55839-FFBC-4657-9012-F6B0764FF3C3}"/>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616251CB-6766-487C-A804-7851827D7A99}"/>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6" name="">
            <a:extLst xmlns:a="http://schemas.openxmlformats.org/drawingml/2006/main">
              <a:ext uri="{FF2B5EF4-FFF2-40B4-BE49-F238E27FC236}">
                <a16:creationId xmlns:a16="http://schemas.microsoft.com/office/drawing/2014/main" id="{496FAA0E-C6FB-48F9-881B-1E87AEEF0999}"/>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7" name="">
            <a:extLst xmlns:a="http://schemas.openxmlformats.org/drawingml/2006/main">
              <a:ext uri="{FF2B5EF4-FFF2-40B4-BE49-F238E27FC236}">
                <a16:creationId xmlns:a16="http://schemas.microsoft.com/office/drawing/2014/main" id="{76CC2BA7-4895-4BA8-BBC0-6ED4C388B280}"/>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9741BABE-E6C1-40CF-9123-F9333DAA790B}"/>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9" name="">
            <a:extLst xmlns:a="http://schemas.openxmlformats.org/drawingml/2006/main">
              <a:ext uri="{FF2B5EF4-FFF2-40B4-BE49-F238E27FC236}">
                <a16:creationId xmlns:a16="http://schemas.microsoft.com/office/drawing/2014/main" id="{1570256A-0D45-47D6-84EF-B5710AC70F6A}"/>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21"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6b1af9553867402e"/>
          </a:graphicData>
        </a:graphic>
      </p:graphicFrame>
      <p:sp>
        <p:nvSpPr>
          <p:cNvPr id="11" name="">
            <a:extLst xmlns:a="http://schemas.openxmlformats.org/drawingml/2006/main">
              <a:ext uri="{FF2B5EF4-FFF2-40B4-BE49-F238E27FC236}">
                <a16:creationId xmlns:a16="http://schemas.microsoft.com/office/drawing/2014/main" id="{6E62BCD3-136E-429B-9859-4BB38279AF68}"/>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139095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slide-title">
            <a:extLst xmlns:a="http://schemas.openxmlformats.org/drawingml/2006/main">
              <a:ext uri="{FF2B5EF4-FFF2-40B4-BE49-F238E27FC236}">
                <a16:creationId xmlns:a16="http://schemas.microsoft.com/office/drawing/2014/main" id="{A5E744FD-859F-4554-B0F6-2615BCFEB97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B979C347-3726-4C2F-A416-C1FCA4E2F769}"/>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039E5F9A-CB5A-4E89-B479-9548BAFDB3F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E295BDA-EC52-43DF-8189-4F07DCD8661C}"/>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4B83ADD7-5CBC-4A34-8E14-7D75BCBF3C6D}"/>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6" name="">
            <a:extLst xmlns:a="http://schemas.openxmlformats.org/drawingml/2006/main">
              <a:ext uri="{FF2B5EF4-FFF2-40B4-BE49-F238E27FC236}">
                <a16:creationId xmlns:a16="http://schemas.microsoft.com/office/drawing/2014/main" id="{087304F6-E8C1-451F-9BC4-2403093212DA}"/>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8F0478F5-2219-4C43-A97E-32B0B9CDD2A9}"/>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0B9CB1-0984-4071-B094-9F62B3350836}"/>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9" name="">
            <a:extLst xmlns:a="http://schemas.openxmlformats.org/drawingml/2006/main">
              <a:ext uri="{FF2B5EF4-FFF2-40B4-BE49-F238E27FC236}">
                <a16:creationId xmlns:a16="http://schemas.microsoft.com/office/drawing/2014/main" id="{2540D88D-9FD9-46DA-870C-7877E8D16279}"/>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1B86B551-058D-45E1-92BA-B710A99D528F}"/>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1" name="">
            <a:extLst xmlns:a="http://schemas.openxmlformats.org/drawingml/2006/main">
              <a:ext uri="{FF2B5EF4-FFF2-40B4-BE49-F238E27FC236}">
                <a16:creationId xmlns:a16="http://schemas.microsoft.com/office/drawing/2014/main" id="{B712FA3B-C112-4709-AB6C-347343AA3B39}"/>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2" name="">
            <a:extLst xmlns:a="http://schemas.openxmlformats.org/drawingml/2006/main">
              <a:ext uri="{FF2B5EF4-FFF2-40B4-BE49-F238E27FC236}">
                <a16:creationId xmlns:a16="http://schemas.microsoft.com/office/drawing/2014/main" id="{3980CD7F-293D-465A-A465-0F98A743E31C}"/>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F4D1C8D6-C412-46E5-9990-B21CBF844098}"/>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4" name="">
            <a:extLst xmlns:a="http://schemas.openxmlformats.org/drawingml/2006/main">
              <a:ext uri="{FF2B5EF4-FFF2-40B4-BE49-F238E27FC236}">
                <a16:creationId xmlns:a16="http://schemas.microsoft.com/office/drawing/2014/main" id="{BE04A8D1-BD5F-4934-BF6D-6E58BB7AE80E}"/>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5" name="">
            <a:extLst xmlns:a="http://schemas.openxmlformats.org/drawingml/2006/main">
              <a:ext uri="{FF2B5EF4-FFF2-40B4-BE49-F238E27FC236}">
                <a16:creationId xmlns:a16="http://schemas.microsoft.com/office/drawing/2014/main" id="{378DFA5B-75A7-4075-93B7-BD406FE3A98C}"/>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9" name=""/>
          <p:cNvCxnSpPr>
            <a:stCxn xmlns:a="http://schemas.openxmlformats.org/drawingml/2006/main" id="6" idx="6"/>
            <a:endCxn xmlns:a="http://schemas.openxmlformats.org/drawingml/2006/main" id="11"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7" name="">
            <a:extLst xmlns:a="http://schemas.openxmlformats.org/drawingml/2006/main">
              <a:ext uri="{FF2B5EF4-FFF2-40B4-BE49-F238E27FC236}">
                <a16:creationId xmlns:a16="http://schemas.microsoft.com/office/drawing/2014/main" id="{C69F979B-F57F-4FFC-B116-12E2F6EAA795}"/>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8" name="">
            <a:extLst xmlns:a="http://schemas.openxmlformats.org/drawingml/2006/main">
              <a:ext uri="{FF2B5EF4-FFF2-40B4-BE49-F238E27FC236}">
                <a16:creationId xmlns:a16="http://schemas.microsoft.com/office/drawing/2014/main" id="{EEFA52AC-0AE2-4167-B0F6-4760313D0743}"/>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FB5D9FB1-9C77-4E52-883C-504DBFF46442}"/>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20" name="">
            <a:extLst xmlns:a="http://schemas.openxmlformats.org/drawingml/2006/main">
              <a:ext uri="{FF2B5EF4-FFF2-40B4-BE49-F238E27FC236}">
                <a16:creationId xmlns:a16="http://schemas.microsoft.com/office/drawing/2014/main" id="{AFF30204-C3F1-4EDC-9400-C0C3C0CD8EBE}"/>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1" name="">
            <a:extLst xmlns:a="http://schemas.openxmlformats.org/drawingml/2006/main">
              <a:ext uri="{FF2B5EF4-FFF2-40B4-BE49-F238E27FC236}">
                <a16:creationId xmlns:a16="http://schemas.microsoft.com/office/drawing/2014/main" id="{358BD7E3-4DE9-4D0D-AF12-1D1182987FEE}"/>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5" name=""/>
          <p:cNvCxnSpPr>
            <a:stCxn xmlns:a="http://schemas.openxmlformats.org/drawingml/2006/main" id="11" idx="6"/>
            <a:endCxn xmlns:a="http://schemas.openxmlformats.org/drawingml/2006/main" id="17"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3" name="">
            <a:extLst xmlns:a="http://schemas.openxmlformats.org/drawingml/2006/main">
              <a:ext uri="{FF2B5EF4-FFF2-40B4-BE49-F238E27FC236}">
                <a16:creationId xmlns:a16="http://schemas.microsoft.com/office/drawing/2014/main" id="{0C9283AB-6007-45B6-A606-120F73339510}"/>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8CE308E5-FA82-417C-9C12-7843BA8F4EDC}"/>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158DE707-B781-42D9-A8FE-FB13327AAADE}"/>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6" name="">
            <a:extLst xmlns:a="http://schemas.openxmlformats.org/drawingml/2006/main">
              <a:ext uri="{FF2B5EF4-FFF2-40B4-BE49-F238E27FC236}">
                <a16:creationId xmlns:a16="http://schemas.microsoft.com/office/drawing/2014/main" id="{8349530D-5F5A-42EF-8F97-6F574C6FC658}"/>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7" name="">
            <a:extLst xmlns:a="http://schemas.openxmlformats.org/drawingml/2006/main">
              <a:ext uri="{FF2B5EF4-FFF2-40B4-BE49-F238E27FC236}">
                <a16:creationId xmlns:a16="http://schemas.microsoft.com/office/drawing/2014/main" id="{343994FA-FF4C-463A-BF37-D00B369DAAF8}"/>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71" name=""/>
          <p:cNvCxnSpPr>
            <a:stCxn xmlns:a="http://schemas.openxmlformats.org/drawingml/2006/main" id="17" idx="6"/>
            <a:endCxn xmlns:a="http://schemas.openxmlformats.org/drawingml/2006/main" id="23"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9" name="">
            <a:extLst xmlns:a="http://schemas.openxmlformats.org/drawingml/2006/main">
              <a:ext uri="{FF2B5EF4-FFF2-40B4-BE49-F238E27FC236}">
                <a16:creationId xmlns:a16="http://schemas.microsoft.com/office/drawing/2014/main" id="{67C86A83-4F68-4E66-BD7A-ADFCD0BB72DF}"/>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30" name="">
            <a:extLst xmlns:a="http://schemas.openxmlformats.org/drawingml/2006/main">
              <a:ext uri="{FF2B5EF4-FFF2-40B4-BE49-F238E27FC236}">
                <a16:creationId xmlns:a16="http://schemas.microsoft.com/office/drawing/2014/main" id="{439AFAE7-384D-4D74-93A8-7CF43A995621}"/>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FBE55281-E485-4CB1-B0E8-63205AC005D7}"/>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2" name="">
            <a:extLst xmlns:a="http://schemas.openxmlformats.org/drawingml/2006/main">
              <a:ext uri="{FF2B5EF4-FFF2-40B4-BE49-F238E27FC236}">
                <a16:creationId xmlns:a16="http://schemas.microsoft.com/office/drawing/2014/main" id="{0819AE30-DFA9-4EBC-AD12-E295AEFDA23A}"/>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3" name="">
            <a:extLst xmlns:a="http://schemas.openxmlformats.org/drawingml/2006/main">
              <a:ext uri="{FF2B5EF4-FFF2-40B4-BE49-F238E27FC236}">
                <a16:creationId xmlns:a16="http://schemas.microsoft.com/office/drawing/2014/main" id="{1A9337CB-E0E1-4100-A3E1-92DD30F60852}"/>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7" name=""/>
          <p:cNvCxnSpPr>
            <a:stCxn xmlns:a="http://schemas.openxmlformats.org/drawingml/2006/main" id="23" idx="6"/>
            <a:endCxn xmlns:a="http://schemas.openxmlformats.org/drawingml/2006/main" id="29"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5" name="">
            <a:extLst xmlns:a="http://schemas.openxmlformats.org/drawingml/2006/main">
              <a:ext uri="{FF2B5EF4-FFF2-40B4-BE49-F238E27FC236}">
                <a16:creationId xmlns:a16="http://schemas.microsoft.com/office/drawing/2014/main" id="{F5887102-A6EC-4F58-BA62-7F90EDFEE614}"/>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6" name="">
            <a:extLst xmlns:a="http://schemas.openxmlformats.org/drawingml/2006/main">
              <a:ext uri="{FF2B5EF4-FFF2-40B4-BE49-F238E27FC236}">
                <a16:creationId xmlns:a16="http://schemas.microsoft.com/office/drawing/2014/main" id="{CBA4D0C3-88AA-4660-97F5-B6D2220357F4}"/>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7" name="">
            <a:extLst xmlns:a="http://schemas.openxmlformats.org/drawingml/2006/main">
              <a:ext uri="{FF2B5EF4-FFF2-40B4-BE49-F238E27FC236}">
                <a16:creationId xmlns:a16="http://schemas.microsoft.com/office/drawing/2014/main" id="{23A8CDA9-BA84-4C3E-ACAC-3F9FB8566DAE}"/>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8" name="">
            <a:extLst xmlns:a="http://schemas.openxmlformats.org/drawingml/2006/main">
              <a:ext uri="{FF2B5EF4-FFF2-40B4-BE49-F238E27FC236}">
                <a16:creationId xmlns:a16="http://schemas.microsoft.com/office/drawing/2014/main" id="{9525DCA6-1F3F-4A03-AF63-FC6B18C0A2D4}"/>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9" name="">
            <a:extLst xmlns:a="http://schemas.openxmlformats.org/drawingml/2006/main">
              <a:ext uri="{FF2B5EF4-FFF2-40B4-BE49-F238E27FC236}">
                <a16:creationId xmlns:a16="http://schemas.microsoft.com/office/drawing/2014/main" id="{DCA44514-93ED-40C3-BA66-AE143CD916FA}"/>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3" name=""/>
          <p:cNvCxnSpPr>
            <a:stCxn xmlns:a="http://schemas.openxmlformats.org/drawingml/2006/main" id="29" idx="6"/>
            <a:endCxn xmlns:a="http://schemas.openxmlformats.org/drawingml/2006/main" id="35"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tailEnd type="triangle" w="sm" len="sm"/>
          </a:ln>
        </p:spPr>
      </p:cxnSp>
      <p:sp>
        <p:nvSpPr>
          <p:cNvPr id="41" name="">
            <a:extLst xmlns:a="http://schemas.openxmlformats.org/drawingml/2006/main">
              <a:ext uri="{FF2B5EF4-FFF2-40B4-BE49-F238E27FC236}">
                <a16:creationId xmlns:a16="http://schemas.microsoft.com/office/drawing/2014/main" id="{5928D7FD-5DC0-4E54-AE1C-29B563C6D212}"/>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2" name="">
            <a:extLst xmlns:a="http://schemas.openxmlformats.org/drawingml/2006/main">
              <a:ext uri="{FF2B5EF4-FFF2-40B4-BE49-F238E27FC236}">
                <a16:creationId xmlns:a16="http://schemas.microsoft.com/office/drawing/2014/main" id="{3AB9D894-887C-479B-9D58-0A0B70688B8C}"/>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3" name="">
            <a:extLst xmlns:a="http://schemas.openxmlformats.org/drawingml/2006/main">
              <a:ext uri="{FF2B5EF4-FFF2-40B4-BE49-F238E27FC236}">
                <a16:creationId xmlns:a16="http://schemas.microsoft.com/office/drawing/2014/main" id="{18D1B2F9-AF9A-4132-BF74-80BF817EB731}"/>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8522993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C63DBAB9-E9F7-48AF-BEFC-FD1A292836F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C1C2FA54-0311-443C-ACE7-6FF922B51DD5}"/>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4C58E77D-2AEB-4C39-A75A-73283118A87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5B86987-6514-463E-87D2-B530D337E9F7}"/>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2A24A014-0566-4958-8A03-F4A8A1B98560}"/>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387A5E56-6E81-403E-819C-A0D4B10A5FBE}"/>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7" name="">
            <a:extLst xmlns:a="http://schemas.openxmlformats.org/drawingml/2006/main">
              <a:ext uri="{FF2B5EF4-FFF2-40B4-BE49-F238E27FC236}">
                <a16:creationId xmlns:a16="http://schemas.microsoft.com/office/drawing/2014/main" id="{BAF842E5-DE64-4DC5-9C66-E6F665BFCB2B}"/>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8" name="">
            <a:extLst xmlns:a="http://schemas.openxmlformats.org/drawingml/2006/main">
              <a:ext uri="{FF2B5EF4-FFF2-40B4-BE49-F238E27FC236}">
                <a16:creationId xmlns:a16="http://schemas.microsoft.com/office/drawing/2014/main" id="{DD830BB5-8C48-44D1-8ADD-9B3FBF7862EC}"/>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235D7CA4-37E6-4FDA-8863-D1D7F056D10F}"/>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10" name="">
            <a:extLst xmlns:a="http://schemas.openxmlformats.org/drawingml/2006/main">
              <a:ext uri="{FF2B5EF4-FFF2-40B4-BE49-F238E27FC236}">
                <a16:creationId xmlns:a16="http://schemas.microsoft.com/office/drawing/2014/main" id="{29F306E6-DF52-4F29-A7DD-E4E849E0184A}"/>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1" name="">
            <a:extLst xmlns:a="http://schemas.openxmlformats.org/drawingml/2006/main">
              <a:ext uri="{FF2B5EF4-FFF2-40B4-BE49-F238E27FC236}">
                <a16:creationId xmlns:a16="http://schemas.microsoft.com/office/drawing/2014/main" id="{37F80F57-F22B-471D-9F6E-82ABF6D8DD71}"/>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2" name="">
            <a:extLst xmlns:a="http://schemas.openxmlformats.org/drawingml/2006/main">
              <a:ext uri="{FF2B5EF4-FFF2-40B4-BE49-F238E27FC236}">
                <a16:creationId xmlns:a16="http://schemas.microsoft.com/office/drawing/2014/main" id="{A8FACE20-0DB2-47D3-A4D7-DD60908E0C20}"/>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3" name="">
            <a:extLst xmlns:a="http://schemas.openxmlformats.org/drawingml/2006/main">
              <a:ext uri="{FF2B5EF4-FFF2-40B4-BE49-F238E27FC236}">
                <a16:creationId xmlns:a16="http://schemas.microsoft.com/office/drawing/2014/main" id="{35AE4757-E6D7-4AFC-86F8-F3FF8BAEFFFA}"/>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4" name="">
            <a:extLst xmlns:a="http://schemas.openxmlformats.org/drawingml/2006/main">
              <a:ext uri="{FF2B5EF4-FFF2-40B4-BE49-F238E27FC236}">
                <a16:creationId xmlns:a16="http://schemas.microsoft.com/office/drawing/2014/main" id="{208130E9-26A9-4CE0-B448-1BBFFE0AC4B7}"/>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5" name="">
            <a:extLst xmlns:a="http://schemas.openxmlformats.org/drawingml/2006/main">
              <a:ext uri="{FF2B5EF4-FFF2-40B4-BE49-F238E27FC236}">
                <a16:creationId xmlns:a16="http://schemas.microsoft.com/office/drawing/2014/main" id="{06221B1D-3293-49CB-A13B-64FF1DC91E61}"/>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6" name="">
            <a:extLst xmlns:a="http://schemas.openxmlformats.org/drawingml/2006/main">
              <a:ext uri="{FF2B5EF4-FFF2-40B4-BE49-F238E27FC236}">
                <a16:creationId xmlns:a16="http://schemas.microsoft.com/office/drawing/2014/main" id="{34EFBC8C-AAB5-465B-97D6-693BE7208CCE}"/>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7" name="">
            <a:extLst xmlns:a="http://schemas.openxmlformats.org/drawingml/2006/main">
              <a:ext uri="{FF2B5EF4-FFF2-40B4-BE49-F238E27FC236}">
                <a16:creationId xmlns:a16="http://schemas.microsoft.com/office/drawing/2014/main" id="{EE27E53D-A916-4712-A021-15DFD4BFF8AC}"/>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8" name="">
            <a:extLst xmlns:a="http://schemas.openxmlformats.org/drawingml/2006/main">
              <a:ext uri="{FF2B5EF4-FFF2-40B4-BE49-F238E27FC236}">
                <a16:creationId xmlns:a16="http://schemas.microsoft.com/office/drawing/2014/main" id="{044959CD-C0C5-43F9-8CEC-30E36836BFBA}"/>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9" name="">
            <a:extLst xmlns:a="http://schemas.openxmlformats.org/drawingml/2006/main">
              <a:ext uri="{FF2B5EF4-FFF2-40B4-BE49-F238E27FC236}">
                <a16:creationId xmlns:a16="http://schemas.microsoft.com/office/drawing/2014/main" id="{12308273-584E-4A0D-A449-F4BEF918B851}"/>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20" name="">
            <a:extLst xmlns:a="http://schemas.openxmlformats.org/drawingml/2006/main">
              <a:ext uri="{FF2B5EF4-FFF2-40B4-BE49-F238E27FC236}">
                <a16:creationId xmlns:a16="http://schemas.microsoft.com/office/drawing/2014/main" id="{30DAE62F-9EEB-4564-8D88-C330FA86569F}"/>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9668797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A49E1136-6BA0-4F10-AF05-66650E70E669}"/>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787BD26A-1FB6-467B-BDD4-FA12659D403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6C6241E8-A305-4518-8AF9-10BBA77B68F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4035999-0D17-4A99-B96B-62D16E87B90B}"/>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40351DDD-640D-4231-964B-5BF53887DEDD}"/>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6" name="">
            <a:extLst xmlns:a="http://schemas.openxmlformats.org/drawingml/2006/main">
              <a:ext uri="{FF2B5EF4-FFF2-40B4-BE49-F238E27FC236}">
                <a16:creationId xmlns:a16="http://schemas.microsoft.com/office/drawing/2014/main" id="{578EBF95-6164-47AE-B5B0-A6ABEEC548DE}"/>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6089D11F-D665-4A74-8BCC-2C6B2E88CC68}"/>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8" name="">
            <a:extLst xmlns:a="http://schemas.openxmlformats.org/drawingml/2006/main">
              <a:ext uri="{FF2B5EF4-FFF2-40B4-BE49-F238E27FC236}">
                <a16:creationId xmlns:a16="http://schemas.microsoft.com/office/drawing/2014/main" id="{9A029251-2CE7-4994-B713-A980BEECABBD}"/>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9" name="">
            <a:extLst xmlns:a="http://schemas.openxmlformats.org/drawingml/2006/main">
              <a:ext uri="{FF2B5EF4-FFF2-40B4-BE49-F238E27FC236}">
                <a16:creationId xmlns:a16="http://schemas.microsoft.com/office/drawing/2014/main" id="{5E375A37-BD54-43BF-BEC2-4225F07CC3D9}"/>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10" name="">
            <a:extLst xmlns:a="http://schemas.openxmlformats.org/drawingml/2006/main">
              <a:ext uri="{FF2B5EF4-FFF2-40B4-BE49-F238E27FC236}">
                <a16:creationId xmlns:a16="http://schemas.microsoft.com/office/drawing/2014/main" id="{9D0BDCB1-5373-41D6-9BEF-AD1E1411DB08}"/>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95B30A47-7E6F-4A83-8F34-A21BA009C247}"/>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2" name="">
            <a:extLst xmlns:a="http://schemas.openxmlformats.org/drawingml/2006/main">
              <a:ext uri="{FF2B5EF4-FFF2-40B4-BE49-F238E27FC236}">
                <a16:creationId xmlns:a16="http://schemas.microsoft.com/office/drawing/2014/main" id="{A6E701C1-624E-4D4E-852B-9D80B134CC8D}"/>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3" name="">
            <a:extLst xmlns:a="http://schemas.openxmlformats.org/drawingml/2006/main">
              <a:ext uri="{FF2B5EF4-FFF2-40B4-BE49-F238E27FC236}">
                <a16:creationId xmlns:a16="http://schemas.microsoft.com/office/drawing/2014/main" id="{4EBDC019-B700-41CB-804D-AE1AEDC2C2DE}"/>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4" name="">
            <a:extLst xmlns:a="http://schemas.openxmlformats.org/drawingml/2006/main">
              <a:ext uri="{FF2B5EF4-FFF2-40B4-BE49-F238E27FC236}">
                <a16:creationId xmlns:a16="http://schemas.microsoft.com/office/drawing/2014/main" id="{888E6B13-23F7-4167-A643-80DAA8612648}"/>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5" name="">
            <a:extLst xmlns:a="http://schemas.openxmlformats.org/drawingml/2006/main">
              <a:ext uri="{FF2B5EF4-FFF2-40B4-BE49-F238E27FC236}">
                <a16:creationId xmlns:a16="http://schemas.microsoft.com/office/drawing/2014/main" id="{48C3A692-C1AD-43F6-8519-3E683A76FE2C}"/>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6" name="">
            <a:extLst xmlns:a="http://schemas.openxmlformats.org/drawingml/2006/main">
              <a:ext uri="{FF2B5EF4-FFF2-40B4-BE49-F238E27FC236}">
                <a16:creationId xmlns:a16="http://schemas.microsoft.com/office/drawing/2014/main" id="{8E88C69D-1F24-402C-812A-CAFE3A880BD4}"/>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7" name="">
            <a:extLst xmlns:a="http://schemas.openxmlformats.org/drawingml/2006/main">
              <a:ext uri="{FF2B5EF4-FFF2-40B4-BE49-F238E27FC236}">
                <a16:creationId xmlns:a16="http://schemas.microsoft.com/office/drawing/2014/main" id="{AC820AFA-AE3C-4643-A272-BBD3D843C80C}"/>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9" name=""/>
          <p:cNvCxnSpPr>
            <a:stCxn xmlns:a="http://schemas.openxmlformats.org/drawingml/2006/main" id="10" idx="3"/>
            <a:endCxn xmlns:a="http://schemas.openxmlformats.org/drawingml/2006/main" id="14"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0" name="">
            <a:extLst xmlns:a="http://schemas.openxmlformats.org/drawingml/2006/main">
              <a:ext uri="{FF2B5EF4-FFF2-40B4-BE49-F238E27FC236}">
                <a16:creationId xmlns:a16="http://schemas.microsoft.com/office/drawing/2014/main" id="{B70125D9-0216-494E-A753-737ACA44538C}"/>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181CAEE9-8DB5-45EF-B51F-B5133EF0A512}"/>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2" name="">
            <a:extLst xmlns:a="http://schemas.openxmlformats.org/drawingml/2006/main">
              <a:ext uri="{FF2B5EF4-FFF2-40B4-BE49-F238E27FC236}">
                <a16:creationId xmlns:a16="http://schemas.microsoft.com/office/drawing/2014/main" id="{DD752FC5-C277-4797-B2C4-9F8BADB13918}"/>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856E6054-D1E5-4EFB-B765-2E140EFA9C97}"/>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4" name="">
            <a:extLst xmlns:a="http://schemas.openxmlformats.org/drawingml/2006/main">
              <a:ext uri="{FF2B5EF4-FFF2-40B4-BE49-F238E27FC236}">
                <a16:creationId xmlns:a16="http://schemas.microsoft.com/office/drawing/2014/main" id="{014B9DCE-C12A-4654-B309-2A32B975183F}"/>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F92E32B2-039B-47F6-BA60-86349FDE6D65}"/>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6" name="">
            <a:extLst xmlns:a="http://schemas.openxmlformats.org/drawingml/2006/main">
              <a:ext uri="{FF2B5EF4-FFF2-40B4-BE49-F238E27FC236}">
                <a16:creationId xmlns:a16="http://schemas.microsoft.com/office/drawing/2014/main" id="{04275B08-364A-4B56-90F2-EADDFF663E3F}"/>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1C516FE9-80D0-4E74-9B84-436EFFF4EC57}"/>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8" name="">
            <a:extLst xmlns:a="http://schemas.openxmlformats.org/drawingml/2006/main">
              <a:ext uri="{FF2B5EF4-FFF2-40B4-BE49-F238E27FC236}">
                <a16:creationId xmlns:a16="http://schemas.microsoft.com/office/drawing/2014/main" id="{898D2C7D-91E9-441F-86B6-30750849E01B}"/>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9DF9E4C0-B32E-426F-BF6A-EFC330D12CE6}"/>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30" name="">
            <a:extLst xmlns:a="http://schemas.openxmlformats.org/drawingml/2006/main">
              <a:ext uri="{FF2B5EF4-FFF2-40B4-BE49-F238E27FC236}">
                <a16:creationId xmlns:a16="http://schemas.microsoft.com/office/drawing/2014/main" id="{70E1E5EC-00B4-48B5-B44F-F1298F1CFB40}"/>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857124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418D92B3-1C4E-4505-88AA-32F27E0550F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B22A4405-5E01-4FB0-B77D-4B19371A8F2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90EE56DA-C8D4-4632-AE0F-D442E973712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AF4B7ED-4511-4E72-B3C0-A6E1DB015241}"/>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32963F61-B556-4DD4-BCBD-6E53B895D889}"/>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6" name="">
            <a:extLst xmlns:a="http://schemas.openxmlformats.org/drawingml/2006/main">
              <a:ext uri="{FF2B5EF4-FFF2-40B4-BE49-F238E27FC236}">
                <a16:creationId xmlns:a16="http://schemas.microsoft.com/office/drawing/2014/main" id="{9FBE3D55-0BE9-4A61-8039-4025C1F228F8}"/>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7" name="">
            <a:extLst xmlns:a="http://schemas.openxmlformats.org/drawingml/2006/main">
              <a:ext uri="{FF2B5EF4-FFF2-40B4-BE49-F238E27FC236}">
                <a16:creationId xmlns:a16="http://schemas.microsoft.com/office/drawing/2014/main" id="{50200036-FC07-4C42-BF03-8D1DAD5BBED2}"/>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8" name="">
            <a:extLst xmlns:a="http://schemas.openxmlformats.org/drawingml/2006/main">
              <a:ext uri="{FF2B5EF4-FFF2-40B4-BE49-F238E27FC236}">
                <a16:creationId xmlns:a16="http://schemas.microsoft.com/office/drawing/2014/main" id="{E9FD6B52-274C-4621-9D24-1B5C404960CB}"/>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9" name="">
            <a:extLst xmlns:a="http://schemas.openxmlformats.org/drawingml/2006/main">
              <a:ext uri="{FF2B5EF4-FFF2-40B4-BE49-F238E27FC236}">
                <a16:creationId xmlns:a16="http://schemas.microsoft.com/office/drawing/2014/main" id="{75EB7B5F-4460-42DA-A081-6ED8ED0162DB}"/>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9DD506A2-386F-4B0D-BC62-71A3B3AD6D77}"/>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1" name="">
            <a:extLst xmlns:a="http://schemas.openxmlformats.org/drawingml/2006/main">
              <a:ext uri="{FF2B5EF4-FFF2-40B4-BE49-F238E27FC236}">
                <a16:creationId xmlns:a16="http://schemas.microsoft.com/office/drawing/2014/main" id="{D05EBD99-D103-433E-8BF4-2B61C68053CB}"/>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2" name="">
            <a:extLst xmlns:a="http://schemas.openxmlformats.org/drawingml/2006/main">
              <a:ext uri="{FF2B5EF4-FFF2-40B4-BE49-F238E27FC236}">
                <a16:creationId xmlns:a16="http://schemas.microsoft.com/office/drawing/2014/main" id="{FCEAB486-49CE-42CB-8EA2-FC22F31B1453}"/>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3" name="">
            <a:extLst xmlns:a="http://schemas.openxmlformats.org/drawingml/2006/main">
              <a:ext uri="{FF2B5EF4-FFF2-40B4-BE49-F238E27FC236}">
                <a16:creationId xmlns:a16="http://schemas.microsoft.com/office/drawing/2014/main" id="{C655CDC8-F726-4006-A697-8637D776C2AD}"/>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4" name="">
            <a:extLst xmlns:a="http://schemas.openxmlformats.org/drawingml/2006/main">
              <a:ext uri="{FF2B5EF4-FFF2-40B4-BE49-F238E27FC236}">
                <a16:creationId xmlns:a16="http://schemas.microsoft.com/office/drawing/2014/main" id="{4CFC0975-EC6A-4E4B-9909-6FFD928CB70E}"/>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5" name="">
            <a:extLst xmlns:a="http://schemas.openxmlformats.org/drawingml/2006/main">
              <a:ext uri="{FF2B5EF4-FFF2-40B4-BE49-F238E27FC236}">
                <a16:creationId xmlns:a16="http://schemas.microsoft.com/office/drawing/2014/main" id="{5CC3F129-4367-4E72-83F0-CC4A81939EDF}"/>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6" name="">
            <a:extLst xmlns:a="http://schemas.openxmlformats.org/drawingml/2006/main">
              <a:ext uri="{FF2B5EF4-FFF2-40B4-BE49-F238E27FC236}">
                <a16:creationId xmlns:a16="http://schemas.microsoft.com/office/drawing/2014/main" id="{5BBD9BB5-4404-4175-B4EB-539DA7C4EC6F}"/>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7" name="">
            <a:extLst xmlns:a="http://schemas.openxmlformats.org/drawingml/2006/main">
              <a:ext uri="{FF2B5EF4-FFF2-40B4-BE49-F238E27FC236}">
                <a16:creationId xmlns:a16="http://schemas.microsoft.com/office/drawing/2014/main" id="{ECBDAF8D-BC5B-425F-9BE9-3E41F258F30B}"/>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8" name="">
            <a:extLst xmlns:a="http://schemas.openxmlformats.org/drawingml/2006/main">
              <a:ext uri="{FF2B5EF4-FFF2-40B4-BE49-F238E27FC236}">
                <a16:creationId xmlns:a16="http://schemas.microsoft.com/office/drawing/2014/main" id="{D14A74A8-8091-4D7D-A1BC-D15EAA6ED1EC}"/>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9" name="">
            <a:extLst xmlns:a="http://schemas.openxmlformats.org/drawingml/2006/main">
              <a:ext uri="{FF2B5EF4-FFF2-40B4-BE49-F238E27FC236}">
                <a16:creationId xmlns:a16="http://schemas.microsoft.com/office/drawing/2014/main" id="{6E914FB6-CE9A-4229-AE91-D69A46138395}"/>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20" name="">
            <a:extLst xmlns:a="http://schemas.openxmlformats.org/drawingml/2006/main">
              <a:ext uri="{FF2B5EF4-FFF2-40B4-BE49-F238E27FC236}">
                <a16:creationId xmlns:a16="http://schemas.microsoft.com/office/drawing/2014/main" id="{DB91A14A-00D3-4CF4-B1B2-4E67A1372C03}"/>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1" name="">
            <a:extLst xmlns:a="http://schemas.openxmlformats.org/drawingml/2006/main">
              <a:ext uri="{FF2B5EF4-FFF2-40B4-BE49-F238E27FC236}">
                <a16:creationId xmlns:a16="http://schemas.microsoft.com/office/drawing/2014/main" id="{E681B6AC-25B6-431C-BED9-FF3A3BEE48E6}"/>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4409864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A07F428-EB61-4A04-8658-1658D0ABC5C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61BA601F-E031-4F92-93CD-FBC7D57A855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54ACEC48-3492-4A46-9DDB-A157E39B4B12}"/>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53DE6DC5-F788-4694-A9F2-ED64F258413C}"/>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5" name="">
            <a:extLst xmlns:a="http://schemas.openxmlformats.org/drawingml/2006/main">
              <a:ext uri="{FF2B5EF4-FFF2-40B4-BE49-F238E27FC236}">
                <a16:creationId xmlns:a16="http://schemas.microsoft.com/office/drawing/2014/main" id="{27411051-3F91-42EF-9310-1E8F2119CF95}"/>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6" name="">
            <a:extLst xmlns:a="http://schemas.openxmlformats.org/drawingml/2006/main">
              <a:ext uri="{FF2B5EF4-FFF2-40B4-BE49-F238E27FC236}">
                <a16:creationId xmlns:a16="http://schemas.microsoft.com/office/drawing/2014/main" id="{CF15FB11-B213-449B-B6A1-DECE04094D87}"/>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7" name="">
            <a:extLst xmlns:a="http://schemas.openxmlformats.org/drawingml/2006/main">
              <a:ext uri="{FF2B5EF4-FFF2-40B4-BE49-F238E27FC236}">
                <a16:creationId xmlns:a16="http://schemas.microsoft.com/office/drawing/2014/main" id="{85A790C7-20C3-4835-B82F-2060026C6064}"/>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8" name="">
            <a:extLst xmlns:a="http://schemas.openxmlformats.org/drawingml/2006/main">
              <a:ext uri="{FF2B5EF4-FFF2-40B4-BE49-F238E27FC236}">
                <a16:creationId xmlns:a16="http://schemas.microsoft.com/office/drawing/2014/main" id="{E8B48388-0806-4B0C-9BA7-F1FAAE0DA1B5}"/>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9" name="">
            <a:extLst xmlns:a="http://schemas.openxmlformats.org/drawingml/2006/main">
              <a:ext uri="{FF2B5EF4-FFF2-40B4-BE49-F238E27FC236}">
                <a16:creationId xmlns:a16="http://schemas.microsoft.com/office/drawing/2014/main" id="{8326EDF6-0E03-4619-9DB9-C63C0D380330}"/>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10" name="">
            <a:extLst xmlns:a="http://schemas.openxmlformats.org/drawingml/2006/main">
              <a:ext uri="{FF2B5EF4-FFF2-40B4-BE49-F238E27FC236}">
                <a16:creationId xmlns:a16="http://schemas.microsoft.com/office/drawing/2014/main" id="{094DEE84-E1E9-455E-B4BB-FA23F6015956}"/>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1" name="">
            <a:extLst xmlns:a="http://schemas.openxmlformats.org/drawingml/2006/main">
              <a:ext uri="{FF2B5EF4-FFF2-40B4-BE49-F238E27FC236}">
                <a16:creationId xmlns:a16="http://schemas.microsoft.com/office/drawing/2014/main" id="{05DEABEC-A262-4A8D-B456-C6AE58E4988A}"/>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15857025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9BA4CA09-8D5F-4712-BC6E-5DF93F33F560}"/>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5B458BE7-0FCE-401C-9B23-ACDB2441780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747806E2-8D62-4EAC-AF63-2C76E57ABC11}"/>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C12E820-37E1-485C-84E8-351280D10EA7}"/>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A4F1E15C-46E4-4856-AF12-E5B4DBBC4F9B}"/>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1D31D53-2480-4AA8-8945-1A3E751901A4}"/>
              </a:ext>
            </a:extLst>
          </p:cNvPr>
          <p:cNvSpPr>
            <a:spLocks xmlns:a="http://schemas.openxmlformats.org/drawingml/2006/main" noGrp="1"/>
          </p:cNvSpPr>
          <p:nvPr/>
        </p:nvSpPr>
        <p:spPr>
          <a:xfrm xmlns:a="http://schemas.openxmlformats.org/drawingml/2006/main">
            <a:off x="1371600" y="1562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7" name="">
            <a:extLst xmlns:a="http://schemas.openxmlformats.org/drawingml/2006/main">
              <a:ext uri="{FF2B5EF4-FFF2-40B4-BE49-F238E27FC236}">
                <a16:creationId xmlns:a16="http://schemas.microsoft.com/office/drawing/2014/main" id="{90478377-4AEB-48BD-B1FB-795B60372C0F}"/>
              </a:ext>
            </a:extLst>
          </p:cNvPr>
          <p:cNvSpPr>
            <a:spLocks xmlns:a="http://schemas.openxmlformats.org/drawingml/2006/main" noGrp="1"/>
          </p:cNvSpPr>
          <p:nvPr/>
        </p:nvSpPr>
        <p:spPr>
          <a:xfrm xmlns:a="http://schemas.openxmlformats.org/drawingml/2006/main">
            <a:off x="4000500" y="15621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8" name="">
            <a:extLst xmlns:a="http://schemas.openxmlformats.org/drawingml/2006/main">
              <a:ext uri="{FF2B5EF4-FFF2-40B4-BE49-F238E27FC236}">
                <a16:creationId xmlns:a16="http://schemas.microsoft.com/office/drawing/2014/main" id="{86CED00A-DEF9-48F8-8FE1-077AADFFC0C8}"/>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3F6A1668-E1D0-41A3-BC4F-1160C0258629}"/>
              </a:ext>
            </a:extLst>
          </p:cNvPr>
          <p:cNvSpPr>
            <a:spLocks xmlns:a="http://schemas.openxmlformats.org/drawingml/2006/main" noGrp="1"/>
          </p:cNvSpPr>
          <p:nvPr/>
        </p:nvSpPr>
        <p:spPr>
          <a:xfrm xmlns:a="http://schemas.openxmlformats.org/drawingml/2006/main">
            <a:off x="1371600" y="24574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10" name="">
            <a:extLst xmlns:a="http://schemas.openxmlformats.org/drawingml/2006/main">
              <a:ext uri="{FF2B5EF4-FFF2-40B4-BE49-F238E27FC236}">
                <a16:creationId xmlns:a16="http://schemas.microsoft.com/office/drawing/2014/main" id="{4EB36D51-412C-4561-ABF2-E4E1B53E7F82}"/>
              </a:ext>
            </a:extLst>
          </p:cNvPr>
          <p:cNvSpPr>
            <a:spLocks xmlns:a="http://schemas.openxmlformats.org/drawingml/2006/main" noGrp="1"/>
          </p:cNvSpPr>
          <p:nvPr/>
        </p:nvSpPr>
        <p:spPr>
          <a:xfrm xmlns:a="http://schemas.openxmlformats.org/drawingml/2006/main">
            <a:off x="4000500" y="24574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1" name="">
            <a:extLst xmlns:a="http://schemas.openxmlformats.org/drawingml/2006/main">
              <a:ext uri="{FF2B5EF4-FFF2-40B4-BE49-F238E27FC236}">
                <a16:creationId xmlns:a16="http://schemas.microsoft.com/office/drawing/2014/main" id="{595CF2FA-315F-4950-A6AC-BDBF1BF2AD0A}"/>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DF3C3DC5-03A3-4E87-96CF-6C8DF10F341D}"/>
              </a:ext>
            </a:extLst>
          </p:cNvPr>
          <p:cNvSpPr>
            <a:spLocks xmlns:a="http://schemas.openxmlformats.org/drawingml/2006/main" noGrp="1"/>
          </p:cNvSpPr>
          <p:nvPr/>
        </p:nvSpPr>
        <p:spPr>
          <a:xfrm xmlns:a="http://schemas.openxmlformats.org/drawingml/2006/main">
            <a:off x="1371600" y="33528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3" name="">
            <a:extLst xmlns:a="http://schemas.openxmlformats.org/drawingml/2006/main">
              <a:ext uri="{FF2B5EF4-FFF2-40B4-BE49-F238E27FC236}">
                <a16:creationId xmlns:a16="http://schemas.microsoft.com/office/drawing/2014/main" id="{7EF0D156-F277-42BA-B8D7-6C3D5CA00916}"/>
              </a:ext>
            </a:extLst>
          </p:cNvPr>
          <p:cNvSpPr>
            <a:spLocks xmlns:a="http://schemas.openxmlformats.org/drawingml/2006/main" noGrp="1"/>
          </p:cNvSpPr>
          <p:nvPr/>
        </p:nvSpPr>
        <p:spPr>
          <a:xfrm xmlns:a="http://schemas.openxmlformats.org/drawingml/2006/main">
            <a:off x="4000500" y="33528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4" name="">
            <a:extLst xmlns:a="http://schemas.openxmlformats.org/drawingml/2006/main">
              <a:ext uri="{FF2B5EF4-FFF2-40B4-BE49-F238E27FC236}">
                <a16:creationId xmlns:a16="http://schemas.microsoft.com/office/drawing/2014/main" id="{CDA703C2-8E9D-4475-A1EF-398787FEEFA2}"/>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336A3FB-74D9-4C78-A9D8-2C6AA53F39A0}"/>
              </a:ext>
            </a:extLst>
          </p:cNvPr>
          <p:cNvSpPr>
            <a:spLocks xmlns:a="http://schemas.openxmlformats.org/drawingml/2006/main" noGrp="1"/>
          </p:cNvSpPr>
          <p:nvPr/>
        </p:nvSpPr>
        <p:spPr>
          <a:xfrm xmlns:a="http://schemas.openxmlformats.org/drawingml/2006/main">
            <a:off x="1371600" y="4248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377D8ED5-DC1F-4E14-85CF-B3F1B0FA2BD1}"/>
              </a:ext>
            </a:extLst>
          </p:cNvPr>
          <p:cNvSpPr>
            <a:spLocks xmlns:a="http://schemas.openxmlformats.org/drawingml/2006/main" noGrp="1"/>
          </p:cNvSpPr>
          <p:nvPr/>
        </p:nvSpPr>
        <p:spPr>
          <a:xfrm xmlns:a="http://schemas.openxmlformats.org/drawingml/2006/main">
            <a:off x="4000500" y="42481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7" name="">
            <a:extLst xmlns:a="http://schemas.openxmlformats.org/drawingml/2006/main">
              <a:ext uri="{FF2B5EF4-FFF2-40B4-BE49-F238E27FC236}">
                <a16:creationId xmlns:a16="http://schemas.microsoft.com/office/drawing/2014/main" id="{65534954-40C2-4ED8-A0AE-43D5F037EA61}"/>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A9E97E6-BD6D-44B0-8C3D-7FD80E75568A}"/>
              </a:ext>
            </a:extLst>
          </p:cNvPr>
          <p:cNvSpPr>
            <a:spLocks xmlns:a="http://schemas.openxmlformats.org/drawingml/2006/main" noGrp="1"/>
          </p:cNvSpPr>
          <p:nvPr/>
        </p:nvSpPr>
        <p:spPr>
          <a:xfrm xmlns:a="http://schemas.openxmlformats.org/drawingml/2006/main">
            <a:off x="1371600" y="5143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9" name="">
            <a:extLst xmlns:a="http://schemas.openxmlformats.org/drawingml/2006/main">
              <a:ext uri="{FF2B5EF4-FFF2-40B4-BE49-F238E27FC236}">
                <a16:creationId xmlns:a16="http://schemas.microsoft.com/office/drawing/2014/main" id="{BDBC20E3-A42B-480C-B5E5-93A038462EC5}"/>
              </a:ext>
            </a:extLst>
          </p:cNvPr>
          <p:cNvSpPr>
            <a:spLocks xmlns:a="http://schemas.openxmlformats.org/drawingml/2006/main" noGrp="1"/>
          </p:cNvSpPr>
          <p:nvPr/>
        </p:nvSpPr>
        <p:spPr>
          <a:xfrm xmlns:a="http://schemas.openxmlformats.org/drawingml/2006/main">
            <a:off x="4000500" y="51435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20" name="">
            <a:extLst xmlns:a="http://schemas.openxmlformats.org/drawingml/2006/main">
              <a:ext uri="{FF2B5EF4-FFF2-40B4-BE49-F238E27FC236}">
                <a16:creationId xmlns:a16="http://schemas.microsoft.com/office/drawing/2014/main" id="{D722A6A6-4F9C-4456-9466-2910F6BB7CA0}"/>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2742888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6163DD-1A90-414E-BD6D-7EFC3449AF72}"/>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C6B2ED5B-F56D-4E34-B457-841F7386411B}"/>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0A6CB7A5-F2E9-4BEF-AFBA-41A526E0911F}"/>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7CB53897-03AA-4E7D-9F7A-25376ECA1DF9}"/>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D173E4BA-791C-4D8A-B18B-B0323AD99CC9}"/>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F0544BFD-16B6-4700-B461-CEE8443B4FDB}"/>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27378853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2026-09-04T17:52:19.6300000Z</dcterms:created>
  <dcterms:modified xsi:type="dcterms:W3CDTF">2026-09-04T17:52:19.6300000Z</dcterms:modified>
</coreProperties>
</file>